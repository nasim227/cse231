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g35a8i2VKo564vKXJk+NwYW63R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B2ED19-C4A3-4E18-A94D-B4F77E68BA86}">
  <a:tblStyle styleId="{41B2ED19-C4A3-4E18-A94D-B4F77E68BA8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7214a7a6c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7214a7a6c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7214a7a6c6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7214a7a6c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7214a7a6c6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7214a7a6c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 name="Shape 13"/>
        <p:cNvGrpSpPr/>
        <p:nvPr/>
      </p:nvGrpSpPr>
      <p:grpSpPr>
        <a:xfrm>
          <a:off x="0" y="0"/>
          <a:ext cx="0" cy="0"/>
          <a:chOff x="0" y="0"/>
          <a:chExt cx="0" cy="0"/>
        </a:xfrm>
      </p:grpSpPr>
      <p:sp>
        <p:nvSpPr>
          <p:cNvPr id="14" name="Google Shape;14;p17"/>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5" name="Google Shape;15;p17"/>
          <p:cNvSpPr/>
          <p:nvPr/>
        </p:nvSpPr>
        <p:spPr>
          <a:xfrm>
            <a:off x="418596" y="434162"/>
            <a:ext cx="8306809" cy="3108960"/>
          </a:xfrm>
          <a:prstGeom prst="roundRect">
            <a:avLst>
              <a:gd fmla="val 4578" name="adj"/>
            </a:avLst>
          </a:prstGeom>
          <a:gradFill>
            <a:gsLst>
              <a:gs pos="0">
                <a:schemeClr val="lt1"/>
              </a:gs>
              <a:gs pos="55000">
                <a:srgbClr val="DFDFDF"/>
              </a:gs>
              <a:gs pos="100000">
                <a:srgbClr val="9E9E9E"/>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6" name="Google Shape;16;p17"/>
          <p:cNvSpPr txBox="1"/>
          <p:nvPr>
            <p:ph type="ctrTitle"/>
          </p:nvPr>
        </p:nvSpPr>
        <p:spPr>
          <a:xfrm>
            <a:off x="722376" y="1820206"/>
            <a:ext cx="7772400" cy="1828800"/>
          </a:xfrm>
          <a:prstGeom prst="rect">
            <a:avLst/>
          </a:prstGeom>
          <a:noFill/>
          <a:ln>
            <a:noFill/>
          </a:ln>
        </p:spPr>
        <p:txBody>
          <a:bodyPr anchorCtr="0" anchor="b" bIns="45700" lIns="45700" spcFirstLastPara="1" rIns="45700" wrap="square" tIns="45700">
            <a:normAutofit/>
          </a:bodyPr>
          <a:lstStyle>
            <a:lvl1pPr lvl="0" algn="r">
              <a:spcBef>
                <a:spcPts val="0"/>
              </a:spcBef>
              <a:spcAft>
                <a:spcPts val="0"/>
              </a:spcAft>
              <a:buClr>
                <a:srgbClr val="FF8C3C"/>
              </a:buClr>
              <a:buSzPts val="4500"/>
              <a:buFont typeface="Verdana"/>
              <a:buNone/>
              <a:defRPr b="1" sz="4500">
                <a:solidFill>
                  <a:srgbClr val="FF8C3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722376" y="3685032"/>
            <a:ext cx="7772400" cy="914400"/>
          </a:xfrm>
          <a:prstGeom prst="rect">
            <a:avLst/>
          </a:prstGeom>
          <a:noFill/>
          <a:ln>
            <a:noFill/>
          </a:ln>
        </p:spPr>
        <p:txBody>
          <a:bodyPr anchorCtr="0" anchor="t" bIns="45700" lIns="182875" spcFirstLastPara="1" rIns="91425" wrap="square" tIns="0">
            <a:normAutofit/>
          </a:bodyPr>
          <a:lstStyle>
            <a:lvl1pPr lvl="0" algn="r">
              <a:spcBef>
                <a:spcPts val="0"/>
              </a:spcBef>
              <a:spcAft>
                <a:spcPts val="0"/>
              </a:spcAft>
              <a:buSzPts val="1600"/>
              <a:buNone/>
              <a:defRPr sz="2000">
                <a:solidFill>
                  <a:srgbClr val="78766F"/>
                </a:solidFill>
              </a:defRPr>
            </a:lvl1pPr>
            <a:lvl2pPr lvl="1" algn="ctr">
              <a:spcBef>
                <a:spcPts val="250"/>
              </a:spcBef>
              <a:spcAft>
                <a:spcPts val="0"/>
              </a:spcAft>
              <a:buSzPts val="1800"/>
              <a:buNone/>
              <a:defRPr/>
            </a:lvl2pPr>
            <a:lvl3pPr lvl="2" algn="ctr">
              <a:spcBef>
                <a:spcPts val="250"/>
              </a:spcBef>
              <a:spcAft>
                <a:spcPts val="0"/>
              </a:spcAft>
              <a:buSzPts val="1800"/>
              <a:buNone/>
              <a:defRPr/>
            </a:lvl3pPr>
            <a:lvl4pPr lvl="3" algn="ctr">
              <a:spcBef>
                <a:spcPts val="230"/>
              </a:spcBef>
              <a:spcAft>
                <a:spcPts val="0"/>
              </a:spcAft>
              <a:buSzPts val="2016"/>
              <a:buNone/>
              <a:defRPr/>
            </a:lvl4pPr>
            <a:lvl5pPr lvl="4" algn="ctr">
              <a:spcBef>
                <a:spcPts val="250"/>
              </a:spcBef>
              <a:spcAft>
                <a:spcPts val="0"/>
              </a:spcAft>
              <a:buSzPts val="1800"/>
              <a:buNone/>
              <a:defRPr/>
            </a:lvl5pPr>
            <a:lvl6pPr lvl="5" algn="ctr">
              <a:spcBef>
                <a:spcPts val="250"/>
              </a:spcBef>
              <a:spcAft>
                <a:spcPts val="0"/>
              </a:spcAft>
              <a:buSzPts val="1800"/>
              <a:buNone/>
              <a:defRPr/>
            </a:lvl6pPr>
            <a:lvl7pPr lvl="6" algn="ctr">
              <a:spcBef>
                <a:spcPts val="255"/>
              </a:spcBef>
              <a:spcAft>
                <a:spcPts val="0"/>
              </a:spcAft>
              <a:buSzPts val="1800"/>
              <a:buNone/>
              <a:defRPr/>
            </a:lvl7pPr>
            <a:lvl8pPr lvl="7" algn="ctr">
              <a:spcBef>
                <a:spcPts val="257"/>
              </a:spcBef>
              <a:spcAft>
                <a:spcPts val="0"/>
              </a:spcAft>
              <a:buSzPts val="1800"/>
              <a:buNone/>
              <a:defRPr/>
            </a:lvl8pPr>
            <a:lvl9pPr lvl="8" algn="ctr">
              <a:spcBef>
                <a:spcPts val="255"/>
              </a:spcBef>
              <a:spcAft>
                <a:spcPts val="0"/>
              </a:spcAft>
              <a:buSzPts val="1800"/>
              <a:buNone/>
              <a:defRPr/>
            </a:lvl9pPr>
          </a:lstStyle>
          <a:p/>
        </p:txBody>
      </p:sp>
      <p:sp>
        <p:nvSpPr>
          <p:cNvPr id="18" name="Google Shape;18;p17"/>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1" name="Shape 21"/>
        <p:cNvGrpSpPr/>
        <p:nvPr/>
      </p:nvGrpSpPr>
      <p:grpSpPr>
        <a:xfrm>
          <a:off x="0" y="0"/>
          <a:ext cx="0" cy="0"/>
          <a:chOff x="0" y="0"/>
          <a:chExt cx="0" cy="0"/>
        </a:xfrm>
      </p:grpSpPr>
      <p:sp>
        <p:nvSpPr>
          <p:cNvPr id="22" name="Google Shape;22;p18"/>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3" name="Google Shape;23;p18"/>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8"/>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19"/>
          <p:cNvSpPr txBox="1"/>
          <p:nvPr>
            <p:ph type="title"/>
          </p:nvPr>
        </p:nvSpPr>
        <p:spPr>
          <a:xfrm>
            <a:off x="502920" y="498559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9"/>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0"/>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 type="body"/>
          </p:nvPr>
        </p:nvSpPr>
        <p:spPr>
          <a:xfrm>
            <a:off x="502920" y="530352"/>
            <a:ext cx="8183880" cy="4187952"/>
          </a:xfrm>
          <a:prstGeom prst="rect">
            <a:avLst/>
          </a:prstGeom>
          <a:noFill/>
          <a:ln>
            <a:noFill/>
          </a:ln>
        </p:spPr>
        <p:txBody>
          <a:bodyPr anchorCtr="0" anchor="t" bIns="45700" lIns="182875" spcFirstLastPara="1" rIns="91425" wrap="square" tIns="91425">
            <a:norm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30"/>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34" name="Google Shape;34;p20"/>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0"/>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0"/>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7" name="Shape 37"/>
        <p:cNvGrpSpPr/>
        <p:nvPr/>
      </p:nvGrpSpPr>
      <p:grpSpPr>
        <a:xfrm>
          <a:off x="0" y="0"/>
          <a:ext cx="0" cy="0"/>
          <a:chOff x="0" y="0"/>
          <a:chExt cx="0" cy="0"/>
        </a:xfrm>
      </p:grpSpPr>
      <p:sp>
        <p:nvSpPr>
          <p:cNvPr id="38" name="Google Shape;38;p21"/>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9" name="Google Shape;39;p21"/>
          <p:cNvSpPr/>
          <p:nvPr/>
        </p:nvSpPr>
        <p:spPr>
          <a:xfrm>
            <a:off x="418596" y="434162"/>
            <a:ext cx="8306809" cy="4341329"/>
          </a:xfrm>
          <a:prstGeom prst="roundRect">
            <a:avLst>
              <a:gd fmla="val 2127" name="adj"/>
            </a:avLst>
          </a:prstGeom>
          <a:gradFill>
            <a:gsLst>
              <a:gs pos="0">
                <a:schemeClr val="lt1"/>
              </a:gs>
              <a:gs pos="55000">
                <a:srgbClr val="DFDFDF"/>
              </a:gs>
              <a:gs pos="100000">
                <a:srgbClr val="9E9E9E"/>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40" name="Google Shape;40;p21"/>
          <p:cNvSpPr txBox="1"/>
          <p:nvPr>
            <p:ph type="title"/>
          </p:nvPr>
        </p:nvSpPr>
        <p:spPr>
          <a:xfrm>
            <a:off x="468344" y="4928616"/>
            <a:ext cx="8183880" cy="676656"/>
          </a:xfrm>
          <a:prstGeom prst="rect">
            <a:avLst/>
          </a:prstGeom>
          <a:noFill/>
          <a:ln>
            <a:noFill/>
          </a:ln>
        </p:spPr>
        <p:txBody>
          <a:bodyPr anchorCtr="0" anchor="b" bIns="0" lIns="91425" spcFirstLastPara="1" rIns="91425" wrap="square" tIns="45700">
            <a:normAutofit/>
          </a:bodyPr>
          <a:lstStyle>
            <a:lvl1pPr lvl="0" algn="l">
              <a:spcBef>
                <a:spcPts val="0"/>
              </a:spcBef>
              <a:spcAft>
                <a:spcPts val="0"/>
              </a:spcAft>
              <a:buClr>
                <a:srgbClr val="78766F"/>
              </a:buClr>
              <a:buSzPts val="3600"/>
              <a:buFont typeface="Verdana"/>
              <a:buNone/>
              <a:defRPr b="0" sz="3600" cap="none">
                <a:solidFill>
                  <a:srgbClr val="78766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1"/>
          <p:cNvSpPr txBox="1"/>
          <p:nvPr>
            <p:ph idx="1" type="body"/>
          </p:nvPr>
        </p:nvSpPr>
        <p:spPr>
          <a:xfrm>
            <a:off x="468344" y="5624484"/>
            <a:ext cx="8183880" cy="420624"/>
          </a:xfrm>
          <a:prstGeom prst="rect">
            <a:avLst/>
          </a:prstGeom>
          <a:noFill/>
          <a:ln>
            <a:noFill/>
          </a:ln>
        </p:spPr>
        <p:txBody>
          <a:bodyPr anchorCtr="0" anchor="t" bIns="45700" lIns="118850" spcFirstLastPara="1" rIns="91425" wrap="square" tIns="0">
            <a:normAutofit/>
          </a:bodyPr>
          <a:lstStyle>
            <a:lvl1pPr indent="-228600" lvl="0" marL="457200" marR="36576" algn="l">
              <a:spcBef>
                <a:spcPts val="0"/>
              </a:spcBef>
              <a:spcAft>
                <a:spcPts val="0"/>
              </a:spcAft>
              <a:buSzPts val="1440"/>
              <a:buNone/>
              <a:defRPr b="0" sz="1800">
                <a:solidFill>
                  <a:srgbClr val="B75C00"/>
                </a:solidFill>
              </a:defRPr>
            </a:lvl1pPr>
            <a:lvl2pPr indent="-228600" lvl="1" marL="914400" algn="l">
              <a:spcBef>
                <a:spcPts val="250"/>
              </a:spcBef>
              <a:spcAft>
                <a:spcPts val="0"/>
              </a:spcAft>
              <a:buSzPts val="1800"/>
              <a:buNone/>
              <a:defRPr sz="1800">
                <a:solidFill>
                  <a:srgbClr val="888888"/>
                </a:solidFill>
              </a:defRPr>
            </a:lvl2pPr>
            <a:lvl3pPr indent="-228600" lvl="2" marL="1371600" algn="l">
              <a:spcBef>
                <a:spcPts val="250"/>
              </a:spcBef>
              <a:spcAft>
                <a:spcPts val="0"/>
              </a:spcAft>
              <a:buSzPts val="1600"/>
              <a:buNone/>
              <a:defRPr sz="1600">
                <a:solidFill>
                  <a:srgbClr val="888888"/>
                </a:solidFill>
              </a:defRPr>
            </a:lvl3pPr>
            <a:lvl4pPr indent="-228600" lvl="3" marL="1828800" algn="l">
              <a:spcBef>
                <a:spcPts val="230"/>
              </a:spcBef>
              <a:spcAft>
                <a:spcPts val="0"/>
              </a:spcAft>
              <a:buSzPts val="1568"/>
              <a:buNone/>
              <a:defRPr sz="1400">
                <a:solidFill>
                  <a:srgbClr val="888888"/>
                </a:solidFill>
              </a:defRPr>
            </a:lvl4pPr>
            <a:lvl5pPr indent="-228600" lvl="4" marL="2286000" algn="l">
              <a:spcBef>
                <a:spcPts val="250"/>
              </a:spcBef>
              <a:spcAft>
                <a:spcPts val="0"/>
              </a:spcAft>
              <a:buSzPts val="1400"/>
              <a:buNone/>
              <a:defRPr sz="1400">
                <a:solidFill>
                  <a:srgbClr val="888888"/>
                </a:solidFill>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2" name="Google Shape;42;p21"/>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1"/>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1"/>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22"/>
          <p:cNvSpPr txBox="1"/>
          <p:nvPr>
            <p:ph type="title"/>
          </p:nvPr>
        </p:nvSpPr>
        <p:spPr>
          <a:xfrm>
            <a:off x="502920" y="498559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2"/>
          <p:cNvSpPr txBox="1"/>
          <p:nvPr>
            <p:ph idx="1" type="body"/>
          </p:nvPr>
        </p:nvSpPr>
        <p:spPr>
          <a:xfrm>
            <a:off x="514352" y="530352"/>
            <a:ext cx="3931920" cy="4389120"/>
          </a:xfrm>
          <a:prstGeom prst="rect">
            <a:avLst/>
          </a:prstGeom>
          <a:noFill/>
          <a:ln>
            <a:noFill/>
          </a:ln>
        </p:spPr>
        <p:txBody>
          <a:bodyPr anchorCtr="0" anchor="t" bIns="45700" lIns="182875" spcFirstLastPara="1" rIns="91425" wrap="square" tIns="91425">
            <a:normAutofit/>
          </a:bodyPr>
          <a:lstStyle>
            <a:lvl1pPr indent="-360680" lvl="0" marL="457200" algn="l">
              <a:spcBef>
                <a:spcPts val="250"/>
              </a:spcBef>
              <a:spcAft>
                <a:spcPts val="0"/>
              </a:spcAft>
              <a:buSzPts val="2080"/>
              <a:buChar char="⚫"/>
              <a:defRPr sz="2600"/>
            </a:lvl1pPr>
            <a:lvl2pPr indent="-368300" lvl="1" marL="914400" algn="l">
              <a:spcBef>
                <a:spcPts val="250"/>
              </a:spcBef>
              <a:spcAft>
                <a:spcPts val="0"/>
              </a:spcAft>
              <a:buSzPts val="2200"/>
              <a:buChar char="◦"/>
              <a:defRPr sz="2200"/>
            </a:lvl2pPr>
            <a:lvl3pPr indent="-355600" lvl="2" marL="1371600" algn="l">
              <a:spcBef>
                <a:spcPts val="250"/>
              </a:spcBef>
              <a:spcAft>
                <a:spcPts val="0"/>
              </a:spcAft>
              <a:buSzPts val="2000"/>
              <a:buChar char="●"/>
              <a:defRPr sz="2000"/>
            </a:lvl3pPr>
            <a:lvl4pPr indent="-356616" lvl="3" marL="1828800" algn="l">
              <a:spcBef>
                <a:spcPts val="230"/>
              </a:spcBef>
              <a:spcAft>
                <a:spcPts val="0"/>
              </a:spcAft>
              <a:buSzPts val="2016"/>
              <a:buChar char="◦"/>
              <a:defRPr sz="1800"/>
            </a:lvl4pPr>
            <a:lvl5pPr indent="-342900" lvl="4" marL="2286000" algn="l">
              <a:spcBef>
                <a:spcPts val="250"/>
              </a:spcBef>
              <a:spcAft>
                <a:spcPts val="0"/>
              </a:spcAft>
              <a:buSzPts val="1800"/>
              <a:buChar char="●"/>
              <a:defRPr sz="18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8" name="Google Shape;48;p22"/>
          <p:cNvSpPr txBox="1"/>
          <p:nvPr>
            <p:ph idx="2" type="body"/>
          </p:nvPr>
        </p:nvSpPr>
        <p:spPr>
          <a:xfrm>
            <a:off x="4755360" y="530352"/>
            <a:ext cx="3931920" cy="4389120"/>
          </a:xfrm>
          <a:prstGeom prst="rect">
            <a:avLst/>
          </a:prstGeom>
          <a:noFill/>
          <a:ln>
            <a:noFill/>
          </a:ln>
        </p:spPr>
        <p:txBody>
          <a:bodyPr anchorCtr="0" anchor="t" bIns="45700" lIns="182875" spcFirstLastPara="1" rIns="91425" wrap="square" tIns="91425">
            <a:normAutofit/>
          </a:bodyPr>
          <a:lstStyle>
            <a:lvl1pPr indent="-360680" lvl="0" marL="457200" algn="l">
              <a:spcBef>
                <a:spcPts val="250"/>
              </a:spcBef>
              <a:spcAft>
                <a:spcPts val="0"/>
              </a:spcAft>
              <a:buSzPts val="2080"/>
              <a:buChar char="⚫"/>
              <a:defRPr sz="2600"/>
            </a:lvl1pPr>
            <a:lvl2pPr indent="-368300" lvl="1" marL="914400" algn="l">
              <a:spcBef>
                <a:spcPts val="250"/>
              </a:spcBef>
              <a:spcAft>
                <a:spcPts val="0"/>
              </a:spcAft>
              <a:buSzPts val="2200"/>
              <a:buChar char="◦"/>
              <a:defRPr sz="2200"/>
            </a:lvl2pPr>
            <a:lvl3pPr indent="-355600" lvl="2" marL="1371600" algn="l">
              <a:spcBef>
                <a:spcPts val="250"/>
              </a:spcBef>
              <a:spcAft>
                <a:spcPts val="0"/>
              </a:spcAft>
              <a:buSzPts val="2000"/>
              <a:buChar char="●"/>
              <a:defRPr sz="2000"/>
            </a:lvl3pPr>
            <a:lvl4pPr indent="-356616" lvl="3" marL="1828800" algn="l">
              <a:spcBef>
                <a:spcPts val="230"/>
              </a:spcBef>
              <a:spcAft>
                <a:spcPts val="0"/>
              </a:spcAft>
              <a:buSzPts val="2016"/>
              <a:buChar char="◦"/>
              <a:defRPr sz="1800"/>
            </a:lvl4pPr>
            <a:lvl5pPr indent="-342900" lvl="4" marL="2286000" algn="l">
              <a:spcBef>
                <a:spcPts val="250"/>
              </a:spcBef>
              <a:spcAft>
                <a:spcPts val="0"/>
              </a:spcAft>
              <a:buSzPts val="1800"/>
              <a:buChar char="●"/>
              <a:defRPr sz="18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9" name="Google Shape;49;p22"/>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23"/>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3600"/>
              <a:buFont typeface="Verdana"/>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3"/>
          <p:cNvSpPr txBox="1"/>
          <p:nvPr>
            <p:ph idx="1" type="body"/>
          </p:nvPr>
        </p:nvSpPr>
        <p:spPr>
          <a:xfrm>
            <a:off x="607224" y="579438"/>
            <a:ext cx="3931920" cy="792162"/>
          </a:xfrm>
          <a:prstGeom prst="rect">
            <a:avLst/>
          </a:prstGeom>
          <a:noFill/>
          <a:ln>
            <a:noFill/>
          </a:ln>
        </p:spPr>
        <p:txBody>
          <a:bodyPr anchorCtr="0" anchor="ctr" bIns="45700" lIns="146300" spcFirstLastPara="1" rIns="91425" wrap="square" tIns="91425">
            <a:normAutofit/>
          </a:bodyPr>
          <a:lstStyle>
            <a:lvl1pPr indent="-228600" lvl="0" marL="457200" algn="l">
              <a:spcBef>
                <a:spcPts val="250"/>
              </a:spcBef>
              <a:spcAft>
                <a:spcPts val="0"/>
              </a:spcAft>
              <a:buSzPts val="1920"/>
              <a:buNone/>
              <a:defRPr b="1" sz="2400">
                <a:solidFill>
                  <a:schemeClr val="dk1"/>
                </a:solidFill>
              </a:defRPr>
            </a:lvl1pPr>
            <a:lvl2pPr indent="-228600" lvl="1" marL="914400" algn="l">
              <a:spcBef>
                <a:spcPts val="250"/>
              </a:spcBef>
              <a:spcAft>
                <a:spcPts val="0"/>
              </a:spcAft>
              <a:buSzPts val="2000"/>
              <a:buNone/>
              <a:defRPr b="1" sz="2000"/>
            </a:lvl2pPr>
            <a:lvl3pPr indent="-228600" lvl="2" marL="1371600" algn="l">
              <a:spcBef>
                <a:spcPts val="250"/>
              </a:spcBef>
              <a:spcAft>
                <a:spcPts val="0"/>
              </a:spcAft>
              <a:buSzPts val="1800"/>
              <a:buNone/>
              <a:defRPr b="1" sz="1800"/>
            </a:lvl3pPr>
            <a:lvl4pPr indent="-228600" lvl="3" marL="1828800" algn="l">
              <a:spcBef>
                <a:spcPts val="230"/>
              </a:spcBef>
              <a:spcAft>
                <a:spcPts val="0"/>
              </a:spcAft>
              <a:buSzPts val="1792"/>
              <a:buNone/>
              <a:defRPr b="1" sz="1600"/>
            </a:lvl4pPr>
            <a:lvl5pPr indent="-228600" lvl="4" marL="2286000" algn="l">
              <a:spcBef>
                <a:spcPts val="250"/>
              </a:spcBef>
              <a:spcAft>
                <a:spcPts val="0"/>
              </a:spcAft>
              <a:buSzPts val="1600"/>
              <a:buNone/>
              <a:defRPr b="1"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55" name="Google Shape;55;p23"/>
          <p:cNvSpPr txBox="1"/>
          <p:nvPr>
            <p:ph idx="2" type="body"/>
          </p:nvPr>
        </p:nvSpPr>
        <p:spPr>
          <a:xfrm>
            <a:off x="4652169" y="579438"/>
            <a:ext cx="3931920" cy="792162"/>
          </a:xfrm>
          <a:prstGeom prst="rect">
            <a:avLst/>
          </a:prstGeom>
          <a:noFill/>
          <a:ln>
            <a:noFill/>
          </a:ln>
        </p:spPr>
        <p:txBody>
          <a:bodyPr anchorCtr="0" anchor="ctr" bIns="45700" lIns="137150" spcFirstLastPara="1" rIns="91425" wrap="square" tIns="91425">
            <a:normAutofit/>
          </a:bodyPr>
          <a:lstStyle>
            <a:lvl1pPr indent="-228600" lvl="0" marL="457200" algn="l">
              <a:spcBef>
                <a:spcPts val="250"/>
              </a:spcBef>
              <a:spcAft>
                <a:spcPts val="0"/>
              </a:spcAft>
              <a:buSzPts val="1920"/>
              <a:buNone/>
              <a:defRPr b="1" sz="2400">
                <a:solidFill>
                  <a:schemeClr val="dk1"/>
                </a:solidFill>
              </a:defRPr>
            </a:lvl1pPr>
            <a:lvl2pPr indent="-228600" lvl="1" marL="914400" algn="l">
              <a:spcBef>
                <a:spcPts val="250"/>
              </a:spcBef>
              <a:spcAft>
                <a:spcPts val="0"/>
              </a:spcAft>
              <a:buSzPts val="2000"/>
              <a:buNone/>
              <a:defRPr b="1" sz="2000"/>
            </a:lvl2pPr>
            <a:lvl3pPr indent="-228600" lvl="2" marL="1371600" algn="l">
              <a:spcBef>
                <a:spcPts val="250"/>
              </a:spcBef>
              <a:spcAft>
                <a:spcPts val="0"/>
              </a:spcAft>
              <a:buSzPts val="1800"/>
              <a:buNone/>
              <a:defRPr b="1" sz="1800"/>
            </a:lvl3pPr>
            <a:lvl4pPr indent="-228600" lvl="3" marL="1828800" algn="l">
              <a:spcBef>
                <a:spcPts val="230"/>
              </a:spcBef>
              <a:spcAft>
                <a:spcPts val="0"/>
              </a:spcAft>
              <a:buSzPts val="1792"/>
              <a:buNone/>
              <a:defRPr b="1" sz="1600"/>
            </a:lvl4pPr>
            <a:lvl5pPr indent="-228600" lvl="4" marL="2286000" algn="l">
              <a:spcBef>
                <a:spcPts val="250"/>
              </a:spcBef>
              <a:spcAft>
                <a:spcPts val="0"/>
              </a:spcAft>
              <a:buSzPts val="1600"/>
              <a:buNone/>
              <a:defRPr b="1"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56" name="Google Shape;56;p23"/>
          <p:cNvSpPr txBox="1"/>
          <p:nvPr>
            <p:ph idx="3" type="body"/>
          </p:nvPr>
        </p:nvSpPr>
        <p:spPr>
          <a:xfrm>
            <a:off x="607224" y="1447800"/>
            <a:ext cx="3931920" cy="3489960"/>
          </a:xfrm>
          <a:prstGeom prst="rect">
            <a:avLst/>
          </a:prstGeom>
          <a:noFill/>
          <a:ln>
            <a:noFill/>
          </a:ln>
        </p:spPr>
        <p:txBody>
          <a:bodyPr anchorCtr="0" anchor="t" bIns="45700" lIns="182875" spcFirstLastPara="1" rIns="91425" wrap="square" tIns="91425">
            <a:normAutofit/>
          </a:bodyPr>
          <a:lstStyle>
            <a:lvl1pPr indent="-350520" lvl="0" marL="457200" algn="l">
              <a:spcBef>
                <a:spcPts val="250"/>
              </a:spcBef>
              <a:spcAft>
                <a:spcPts val="0"/>
              </a:spcAft>
              <a:buSzPts val="1920"/>
              <a:buChar char="⚫"/>
              <a:defRPr sz="2400"/>
            </a:lvl1pPr>
            <a:lvl2pPr indent="-355600" lvl="1" marL="914400" algn="l">
              <a:spcBef>
                <a:spcPts val="250"/>
              </a:spcBef>
              <a:spcAft>
                <a:spcPts val="0"/>
              </a:spcAft>
              <a:buSzPts val="2000"/>
              <a:buChar char="◦"/>
              <a:defRPr sz="2000"/>
            </a:lvl2pPr>
            <a:lvl3pPr indent="-342900" lvl="2" marL="1371600" algn="l">
              <a:spcBef>
                <a:spcPts val="250"/>
              </a:spcBef>
              <a:spcAft>
                <a:spcPts val="0"/>
              </a:spcAft>
              <a:buSzPts val="1800"/>
              <a:buChar char="●"/>
              <a:defRPr sz="1800"/>
            </a:lvl3pPr>
            <a:lvl4pPr indent="-342392" lvl="3" marL="1828800" algn="l">
              <a:spcBef>
                <a:spcPts val="230"/>
              </a:spcBef>
              <a:spcAft>
                <a:spcPts val="0"/>
              </a:spcAft>
              <a:buSzPts val="1792"/>
              <a:buChar char="◦"/>
              <a:defRPr sz="1600"/>
            </a:lvl4pPr>
            <a:lvl5pPr indent="-330200" lvl="4" marL="2286000" algn="l">
              <a:spcBef>
                <a:spcPts val="250"/>
              </a:spcBef>
              <a:spcAft>
                <a:spcPts val="0"/>
              </a:spcAft>
              <a:buSzPts val="1600"/>
              <a:buChar char="●"/>
              <a:defRPr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57" name="Google Shape;57;p23"/>
          <p:cNvSpPr txBox="1"/>
          <p:nvPr>
            <p:ph idx="4" type="body"/>
          </p:nvPr>
        </p:nvSpPr>
        <p:spPr>
          <a:xfrm>
            <a:off x="4652169" y="1447800"/>
            <a:ext cx="3931920" cy="3489960"/>
          </a:xfrm>
          <a:prstGeom prst="rect">
            <a:avLst/>
          </a:prstGeom>
          <a:noFill/>
          <a:ln>
            <a:noFill/>
          </a:ln>
        </p:spPr>
        <p:txBody>
          <a:bodyPr anchorCtr="0" anchor="t" bIns="45700" lIns="182875" spcFirstLastPara="1" rIns="91425" wrap="square" tIns="91425">
            <a:normAutofit/>
          </a:bodyPr>
          <a:lstStyle>
            <a:lvl1pPr indent="-350520" lvl="0" marL="457200" algn="l">
              <a:spcBef>
                <a:spcPts val="250"/>
              </a:spcBef>
              <a:spcAft>
                <a:spcPts val="0"/>
              </a:spcAft>
              <a:buSzPts val="1920"/>
              <a:buChar char="⚫"/>
              <a:defRPr sz="2400"/>
            </a:lvl1pPr>
            <a:lvl2pPr indent="-355600" lvl="1" marL="914400" algn="l">
              <a:spcBef>
                <a:spcPts val="250"/>
              </a:spcBef>
              <a:spcAft>
                <a:spcPts val="0"/>
              </a:spcAft>
              <a:buSzPts val="2000"/>
              <a:buChar char="◦"/>
              <a:defRPr sz="2000"/>
            </a:lvl2pPr>
            <a:lvl3pPr indent="-342900" lvl="2" marL="1371600" algn="l">
              <a:spcBef>
                <a:spcPts val="250"/>
              </a:spcBef>
              <a:spcAft>
                <a:spcPts val="0"/>
              </a:spcAft>
              <a:buSzPts val="1800"/>
              <a:buChar char="●"/>
              <a:defRPr sz="1800"/>
            </a:lvl3pPr>
            <a:lvl4pPr indent="-342392" lvl="3" marL="1828800" algn="l">
              <a:spcBef>
                <a:spcPts val="230"/>
              </a:spcBef>
              <a:spcAft>
                <a:spcPts val="0"/>
              </a:spcAft>
              <a:buSzPts val="1792"/>
              <a:buChar char="◦"/>
              <a:defRPr sz="1600"/>
            </a:lvl4pPr>
            <a:lvl5pPr indent="-330200" lvl="4" marL="2286000" algn="l">
              <a:spcBef>
                <a:spcPts val="250"/>
              </a:spcBef>
              <a:spcAft>
                <a:spcPts val="0"/>
              </a:spcAft>
              <a:buSzPts val="1600"/>
              <a:buChar char="●"/>
              <a:defRPr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58" name="Google Shape;58;p23"/>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5538784" y="533400"/>
            <a:ext cx="29718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200"/>
              <a:buFont typeface="Verdana"/>
              <a:buNone/>
              <a:defRPr b="1" sz="2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txBox="1"/>
          <p:nvPr>
            <p:ph idx="1" type="body"/>
          </p:nvPr>
        </p:nvSpPr>
        <p:spPr>
          <a:xfrm>
            <a:off x="5538847" y="1447802"/>
            <a:ext cx="2971800" cy="4206112"/>
          </a:xfrm>
          <a:prstGeom prst="rect">
            <a:avLst/>
          </a:prstGeom>
          <a:noFill/>
          <a:ln>
            <a:noFill/>
          </a:ln>
        </p:spPr>
        <p:txBody>
          <a:bodyPr anchorCtr="0" anchor="t" bIns="45700" lIns="91425" spcFirstLastPara="1" rIns="91425" wrap="square" tIns="91425">
            <a:normAutofit/>
          </a:bodyPr>
          <a:lstStyle>
            <a:lvl1pPr indent="-228600" lvl="0" marL="457200" marR="18288" algn="l">
              <a:spcBef>
                <a:spcPts val="0"/>
              </a:spcBef>
              <a:spcAft>
                <a:spcPts val="0"/>
              </a:spcAft>
              <a:buSzPts val="1120"/>
              <a:buNone/>
              <a:defRPr sz="1400">
                <a:solidFill>
                  <a:schemeClr val="dk1"/>
                </a:solidFill>
              </a:defRPr>
            </a:lvl1pPr>
            <a:lvl2pPr indent="-228600" lvl="1" marL="914400" algn="l">
              <a:spcBef>
                <a:spcPts val="250"/>
              </a:spcBef>
              <a:spcAft>
                <a:spcPts val="0"/>
              </a:spcAft>
              <a:buSzPts val="1200"/>
              <a:buNone/>
              <a:defRPr sz="1200">
                <a:solidFill>
                  <a:schemeClr val="dk1"/>
                </a:solidFill>
              </a:defRPr>
            </a:lvl2pPr>
            <a:lvl3pPr indent="-228600" lvl="2" marL="1371600" algn="l">
              <a:spcBef>
                <a:spcPts val="250"/>
              </a:spcBef>
              <a:spcAft>
                <a:spcPts val="0"/>
              </a:spcAft>
              <a:buSzPts val="1000"/>
              <a:buNone/>
              <a:defRPr sz="1000">
                <a:solidFill>
                  <a:schemeClr val="dk1"/>
                </a:solidFill>
              </a:defRPr>
            </a:lvl3pPr>
            <a:lvl4pPr indent="-228600" lvl="3" marL="1828800" algn="l">
              <a:spcBef>
                <a:spcPts val="230"/>
              </a:spcBef>
              <a:spcAft>
                <a:spcPts val="0"/>
              </a:spcAft>
              <a:buSzPts val="1008"/>
              <a:buNone/>
              <a:defRPr sz="900">
                <a:solidFill>
                  <a:schemeClr val="dk1"/>
                </a:solidFill>
              </a:defRPr>
            </a:lvl4pPr>
            <a:lvl5pPr indent="-228600" lvl="4" marL="2286000" algn="l">
              <a:spcBef>
                <a:spcPts val="250"/>
              </a:spcBef>
              <a:spcAft>
                <a:spcPts val="0"/>
              </a:spcAft>
              <a:buSzPts val="900"/>
              <a:buNone/>
              <a:defRPr sz="900">
                <a:solidFill>
                  <a:schemeClr val="dk1"/>
                </a:solidFill>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64" name="Google Shape;64;p24"/>
          <p:cNvSpPr txBox="1"/>
          <p:nvPr>
            <p:ph idx="2" type="body"/>
          </p:nvPr>
        </p:nvSpPr>
        <p:spPr>
          <a:xfrm>
            <a:off x="761372" y="930144"/>
            <a:ext cx="4626159" cy="4724402"/>
          </a:xfrm>
          <a:prstGeom prst="rect">
            <a:avLst/>
          </a:prstGeom>
          <a:noFill/>
          <a:ln>
            <a:noFill/>
          </a:ln>
        </p:spPr>
        <p:txBody>
          <a:bodyPr anchorCtr="0" anchor="t" bIns="45700" lIns="182875" spcFirstLastPara="1" rIns="91425" wrap="square" tIns="91425">
            <a:normAutofit/>
          </a:bodyPr>
          <a:lstStyle>
            <a:lvl1pPr indent="-370840" lvl="0" marL="457200" algn="l">
              <a:spcBef>
                <a:spcPts val="250"/>
              </a:spcBef>
              <a:spcAft>
                <a:spcPts val="0"/>
              </a:spcAft>
              <a:buSzPts val="2240"/>
              <a:buChar char="⚫"/>
              <a:defRPr sz="2800">
                <a:solidFill>
                  <a:schemeClr val="dk1"/>
                </a:solidFill>
              </a:defRPr>
            </a:lvl1pPr>
            <a:lvl2pPr indent="-393700" lvl="1" marL="914400" algn="l">
              <a:spcBef>
                <a:spcPts val="250"/>
              </a:spcBef>
              <a:spcAft>
                <a:spcPts val="0"/>
              </a:spcAft>
              <a:buSzPts val="2600"/>
              <a:buChar char="◦"/>
              <a:defRPr sz="2600">
                <a:solidFill>
                  <a:schemeClr val="dk1"/>
                </a:solidFill>
              </a:defRPr>
            </a:lvl2pPr>
            <a:lvl3pPr indent="-381000" lvl="2" marL="1371600" algn="l">
              <a:spcBef>
                <a:spcPts val="250"/>
              </a:spcBef>
              <a:spcAft>
                <a:spcPts val="0"/>
              </a:spcAft>
              <a:buSzPts val="2400"/>
              <a:buChar char="●"/>
              <a:defRPr sz="2400">
                <a:solidFill>
                  <a:schemeClr val="dk1"/>
                </a:solidFill>
              </a:defRPr>
            </a:lvl3pPr>
            <a:lvl4pPr indent="-370839" lvl="3" marL="1828800" algn="l">
              <a:spcBef>
                <a:spcPts val="230"/>
              </a:spcBef>
              <a:spcAft>
                <a:spcPts val="0"/>
              </a:spcAft>
              <a:buSzPts val="2240"/>
              <a:buChar char="◦"/>
              <a:defRPr sz="2000">
                <a:solidFill>
                  <a:schemeClr val="dk1"/>
                </a:solidFill>
              </a:defRPr>
            </a:lvl4pPr>
            <a:lvl5pPr indent="-355600" lvl="4" marL="2286000" algn="l">
              <a:spcBef>
                <a:spcPts val="250"/>
              </a:spcBef>
              <a:spcAft>
                <a:spcPts val="0"/>
              </a:spcAft>
              <a:buSzPts val="2000"/>
              <a:buChar char="●"/>
              <a:defRPr sz="2000">
                <a:solidFill>
                  <a:schemeClr val="dk1"/>
                </a:solidFill>
              </a:defRPr>
            </a:lvl5pPr>
            <a:lvl6pPr indent="-228600" lvl="5" marL="2743200" algn="l">
              <a:spcBef>
                <a:spcPts val="250"/>
              </a:spcBef>
              <a:spcAft>
                <a:spcPts val="0"/>
              </a:spcAft>
              <a:buSzPts val="1700"/>
              <a:buNone/>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65" name="Google Shape;65;p24"/>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8" name="Shape 68"/>
        <p:cNvGrpSpPr/>
        <p:nvPr/>
      </p:nvGrpSpPr>
      <p:grpSpPr>
        <a:xfrm>
          <a:off x="0" y="0"/>
          <a:ext cx="0" cy="0"/>
          <a:chOff x="0" y="0"/>
          <a:chExt cx="0" cy="0"/>
        </a:xfrm>
      </p:grpSpPr>
      <p:sp>
        <p:nvSpPr>
          <p:cNvPr id="69" name="Google Shape;69;p25"/>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0" name="Google Shape;70;p25"/>
          <p:cNvSpPr/>
          <p:nvPr/>
        </p:nvSpPr>
        <p:spPr>
          <a:xfrm>
            <a:off x="6400800" y="434162"/>
            <a:ext cx="2324605" cy="4343400"/>
          </a:xfrm>
          <a:prstGeom prst="round1Rect">
            <a:avLst>
              <a:gd fmla="val 2748" name="adj"/>
            </a:avLst>
          </a:prstGeom>
          <a:solidFill>
            <a:srgbClr val="1C1C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71" name="Google Shape;71;p25"/>
          <p:cNvSpPr txBox="1"/>
          <p:nvPr>
            <p:ph type="title"/>
          </p:nvPr>
        </p:nvSpPr>
        <p:spPr>
          <a:xfrm>
            <a:off x="457200" y="5012056"/>
            <a:ext cx="8229600" cy="105156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78766F"/>
              </a:buClr>
              <a:buSzPts val="3600"/>
              <a:buFont typeface="Verdana"/>
              <a:buNone/>
              <a:defRPr b="0" sz="3600">
                <a:solidFill>
                  <a:srgbClr val="78766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5"/>
          <p:cNvSpPr txBox="1"/>
          <p:nvPr>
            <p:ph idx="1" type="body"/>
          </p:nvPr>
        </p:nvSpPr>
        <p:spPr>
          <a:xfrm>
            <a:off x="6462712" y="533400"/>
            <a:ext cx="2240280" cy="4211480"/>
          </a:xfrm>
          <a:prstGeom prst="rect">
            <a:avLst/>
          </a:prstGeom>
          <a:noFill/>
          <a:ln>
            <a:noFill/>
          </a:ln>
        </p:spPr>
        <p:txBody>
          <a:bodyPr anchorCtr="0" anchor="t" bIns="45700" lIns="91425" spcFirstLastPara="1" rIns="91425" wrap="square" tIns="91425">
            <a:normAutofit/>
          </a:bodyPr>
          <a:lstStyle>
            <a:lvl1pPr indent="-228600" lvl="0" marL="457200" algn="l">
              <a:spcBef>
                <a:spcPts val="0"/>
              </a:spcBef>
              <a:spcAft>
                <a:spcPts val="0"/>
              </a:spcAft>
              <a:buSzPts val="1120"/>
              <a:buNone/>
              <a:defRPr sz="1400">
                <a:solidFill>
                  <a:srgbClr val="FFFFFF"/>
                </a:solidFill>
              </a:defRPr>
            </a:lvl1pPr>
            <a:lvl2pPr indent="-304800" lvl="1" marL="914400" algn="l">
              <a:spcBef>
                <a:spcPts val="250"/>
              </a:spcBef>
              <a:spcAft>
                <a:spcPts val="0"/>
              </a:spcAft>
              <a:buSzPts val="1200"/>
              <a:buChar char="◦"/>
              <a:defRPr sz="1200">
                <a:solidFill>
                  <a:srgbClr val="FFFFFF"/>
                </a:solidFill>
              </a:defRPr>
            </a:lvl2pPr>
            <a:lvl3pPr indent="-292100" lvl="2" marL="1371600" algn="l">
              <a:spcBef>
                <a:spcPts val="250"/>
              </a:spcBef>
              <a:spcAft>
                <a:spcPts val="0"/>
              </a:spcAft>
              <a:buSzPts val="1000"/>
              <a:buChar char="●"/>
              <a:defRPr sz="1000">
                <a:solidFill>
                  <a:srgbClr val="FFFFFF"/>
                </a:solidFill>
              </a:defRPr>
            </a:lvl3pPr>
            <a:lvl4pPr indent="-292608" lvl="3" marL="1828800" algn="l">
              <a:spcBef>
                <a:spcPts val="230"/>
              </a:spcBef>
              <a:spcAft>
                <a:spcPts val="0"/>
              </a:spcAft>
              <a:buSzPts val="1008"/>
              <a:buChar char="◦"/>
              <a:defRPr sz="900">
                <a:solidFill>
                  <a:srgbClr val="FFFFFF"/>
                </a:solidFill>
              </a:defRPr>
            </a:lvl4pPr>
            <a:lvl5pPr indent="-285750" lvl="4" marL="2286000" algn="l">
              <a:spcBef>
                <a:spcPts val="250"/>
              </a:spcBef>
              <a:spcAft>
                <a:spcPts val="0"/>
              </a:spcAft>
              <a:buSzPts val="900"/>
              <a:buChar char="●"/>
              <a:defRPr sz="900">
                <a:solidFill>
                  <a:srgbClr val="FFFFFF"/>
                </a:solidFill>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73" name="Google Shape;73;p25"/>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5"/>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5"/>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6" name="Google Shape;76;p25"/>
          <p:cNvSpPr/>
          <p:nvPr>
            <p:ph idx="2" type="pic"/>
          </p:nvPr>
        </p:nvSpPr>
        <p:spPr>
          <a:xfrm>
            <a:off x="421480" y="435768"/>
            <a:ext cx="5925312" cy="4343400"/>
          </a:xfrm>
          <a:prstGeom prst="snipRoundRect">
            <a:avLst>
              <a:gd fmla="val 1040" name="adj1"/>
              <a:gd fmla="val 0" name="adj2"/>
            </a:avLst>
          </a:prstGeom>
          <a:solidFill>
            <a:srgbClr val="4F4D49"/>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26"/>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6"/>
          <p:cNvSpPr txBox="1"/>
          <p:nvPr>
            <p:ph idx="1" type="body"/>
          </p:nvPr>
        </p:nvSpPr>
        <p:spPr>
          <a:xfrm rot="5400000">
            <a:off x="2500884" y="-1467612"/>
            <a:ext cx="4187952" cy="8183880"/>
          </a:xfrm>
          <a:prstGeom prst="rect">
            <a:avLst/>
          </a:prstGeom>
          <a:noFill/>
          <a:ln>
            <a:noFill/>
          </a:ln>
        </p:spPr>
        <p:txBody>
          <a:bodyPr anchorCtr="0" anchor="t" bIns="45700" lIns="182875" spcFirstLastPara="1" rIns="91425" wrap="square" tIns="91425">
            <a:norm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30"/>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80" name="Google Shape;80;p26"/>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27"/>
          <p:cNvSpPr txBox="1"/>
          <p:nvPr>
            <p:ph type="title"/>
          </p:nvPr>
        </p:nvSpPr>
        <p:spPr>
          <a:xfrm rot="5400000">
            <a:off x="4991101" y="2171704"/>
            <a:ext cx="5257799" cy="1981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7"/>
          <p:cNvSpPr txBox="1"/>
          <p:nvPr>
            <p:ph idx="1" type="body"/>
          </p:nvPr>
        </p:nvSpPr>
        <p:spPr>
          <a:xfrm rot="5400000">
            <a:off x="876300" y="190503"/>
            <a:ext cx="5257801" cy="5943600"/>
          </a:xfrm>
          <a:prstGeom prst="rect">
            <a:avLst/>
          </a:prstGeom>
          <a:noFill/>
          <a:ln>
            <a:noFill/>
          </a:ln>
        </p:spPr>
        <p:txBody>
          <a:bodyPr anchorCtr="0" anchor="t" bIns="45700" lIns="182875" spcFirstLastPara="1" rIns="91425" wrap="square" tIns="91425">
            <a:norm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30"/>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86" name="Google Shape;86;p27"/>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7"/>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7"/>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6"/>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 name="Google Shape;7;p16"/>
          <p:cNvSpPr/>
          <p:nvPr/>
        </p:nvSpPr>
        <p:spPr>
          <a:xfrm>
            <a:off x="418596" y="434162"/>
            <a:ext cx="8306809" cy="5486400"/>
          </a:xfrm>
          <a:prstGeom prst="roundRect">
            <a:avLst>
              <a:gd fmla="val 2127" name="adj"/>
            </a:avLst>
          </a:prstGeom>
          <a:gradFill>
            <a:gsLst>
              <a:gs pos="0">
                <a:schemeClr val="lt1"/>
              </a:gs>
              <a:gs pos="55000">
                <a:srgbClr val="DFDFDF"/>
              </a:gs>
              <a:gs pos="100000">
                <a:srgbClr val="9E9E9E"/>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 name="Google Shape;8;p16"/>
          <p:cNvSpPr txBox="1"/>
          <p:nvPr>
            <p:ph type="title"/>
          </p:nvPr>
        </p:nvSpPr>
        <p:spPr>
          <a:xfrm>
            <a:off x="502920" y="4985590"/>
            <a:ext cx="8183880" cy="105156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rgbClr val="FF8C3C"/>
              </a:buClr>
              <a:buSzPts val="3600"/>
              <a:buFont typeface="Verdana"/>
              <a:buNone/>
              <a:defRPr b="1" i="0" sz="3600" u="none" cap="none" strike="noStrike">
                <a:solidFill>
                  <a:srgbClr val="FF8C3C"/>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6"/>
          <p:cNvSpPr txBox="1"/>
          <p:nvPr>
            <p:ph idx="1" type="body"/>
          </p:nvPr>
        </p:nvSpPr>
        <p:spPr>
          <a:xfrm>
            <a:off x="502920" y="530352"/>
            <a:ext cx="8183880" cy="4187952"/>
          </a:xfrm>
          <a:prstGeom prst="rect">
            <a:avLst/>
          </a:prstGeom>
          <a:noFill/>
          <a:ln>
            <a:noFill/>
          </a:ln>
        </p:spPr>
        <p:txBody>
          <a:bodyPr anchorCtr="0" anchor="t" bIns="45700" lIns="182875" spcFirstLastPara="1" rIns="91425" wrap="square" tIns="91425">
            <a:normAutofit/>
          </a:bodyPr>
          <a:lstStyle>
            <a:lvl1pPr indent="-370840" lvl="0" marL="457200" marR="0" rtl="0" algn="l">
              <a:spcBef>
                <a:spcPts val="250"/>
              </a:spcBef>
              <a:spcAft>
                <a:spcPts val="0"/>
              </a:spcAft>
              <a:buClr>
                <a:schemeClr val="accent1"/>
              </a:buClr>
              <a:buSzPts val="2240"/>
              <a:buFont typeface="Noto Sans Symbols"/>
              <a:buChar char="⚫"/>
              <a:defRPr b="0" i="0" sz="2800" u="none" cap="none" strike="noStrike">
                <a:solidFill>
                  <a:schemeClr val="dk1"/>
                </a:solidFill>
                <a:latin typeface="Verdana"/>
                <a:ea typeface="Verdana"/>
                <a:cs typeface="Verdana"/>
                <a:sym typeface="Verdana"/>
              </a:defRPr>
            </a:lvl1pPr>
            <a:lvl2pPr indent="-381000" lvl="1" marL="914400" marR="0" rtl="0" algn="l">
              <a:spcBef>
                <a:spcPts val="250"/>
              </a:spcBef>
              <a:spcAft>
                <a:spcPts val="0"/>
              </a:spcAft>
              <a:buClr>
                <a:schemeClr val="accent1"/>
              </a:buClr>
              <a:buSzPts val="2400"/>
              <a:buFont typeface="Verdana"/>
              <a:buChar char="◦"/>
              <a:defRPr b="0" i="0" sz="2400" u="none" cap="none" strike="noStrike">
                <a:solidFill>
                  <a:schemeClr val="dk1"/>
                </a:solidFill>
                <a:latin typeface="Verdana"/>
                <a:ea typeface="Verdana"/>
                <a:cs typeface="Verdana"/>
                <a:sym typeface="Verdana"/>
              </a:defRPr>
            </a:lvl2pPr>
            <a:lvl3pPr indent="-368300" lvl="2" marL="1371600" marR="0" rtl="0" algn="l">
              <a:spcBef>
                <a:spcPts val="250"/>
              </a:spcBef>
              <a:spcAft>
                <a:spcPts val="0"/>
              </a:spcAft>
              <a:buClr>
                <a:srgbClr val="EF323E"/>
              </a:buClr>
              <a:buSzPts val="2200"/>
              <a:buFont typeface="Noto Sans Symbols"/>
              <a:buChar char="●"/>
              <a:defRPr b="0" i="0" sz="2200" u="none" cap="none" strike="noStrike">
                <a:solidFill>
                  <a:schemeClr val="dk1"/>
                </a:solidFill>
                <a:latin typeface="Verdana"/>
                <a:ea typeface="Verdana"/>
                <a:cs typeface="Verdana"/>
                <a:sym typeface="Verdana"/>
              </a:defRPr>
            </a:lvl3pPr>
            <a:lvl4pPr indent="-363728" lvl="3" marL="1828800" marR="0" rtl="0" algn="l">
              <a:spcBef>
                <a:spcPts val="230"/>
              </a:spcBef>
              <a:spcAft>
                <a:spcPts val="0"/>
              </a:spcAft>
              <a:buClr>
                <a:srgbClr val="EF323E"/>
              </a:buClr>
              <a:buSzPts val="2128"/>
              <a:buFont typeface="Verdana"/>
              <a:buChar char="◦"/>
              <a:defRPr b="0" i="0" sz="1900" u="none" cap="none" strike="noStrike">
                <a:solidFill>
                  <a:schemeClr val="dk1"/>
                </a:solidFill>
                <a:latin typeface="Verdana"/>
                <a:ea typeface="Verdana"/>
                <a:cs typeface="Verdana"/>
                <a:sym typeface="Verdana"/>
              </a:defRPr>
            </a:lvl4pPr>
            <a:lvl5pPr indent="-342900" lvl="4" marL="2286000" marR="0" rtl="0" algn="l">
              <a:spcBef>
                <a:spcPts val="250"/>
              </a:spcBef>
              <a:spcAft>
                <a:spcPts val="0"/>
              </a:spcAft>
              <a:buClr>
                <a:srgbClr val="4882BE"/>
              </a:buClr>
              <a:buSzPts val="1800"/>
              <a:buFont typeface="Noto Sans Symbols"/>
              <a:buChar char="●"/>
              <a:defRPr b="0" i="0" sz="1800" u="none" cap="none" strike="noStrike">
                <a:solidFill>
                  <a:schemeClr val="dk1"/>
                </a:solidFill>
                <a:latin typeface="Verdana"/>
                <a:ea typeface="Verdana"/>
                <a:cs typeface="Verdana"/>
                <a:sym typeface="Verdana"/>
              </a:defRPr>
            </a:lvl5pPr>
            <a:lvl6pPr indent="-336550" lvl="5" marL="2743200" marR="0" rtl="0" algn="l">
              <a:spcBef>
                <a:spcPts val="250"/>
              </a:spcBef>
              <a:spcAft>
                <a:spcPts val="0"/>
              </a:spcAft>
              <a:buClr>
                <a:srgbClr val="4882BE"/>
              </a:buClr>
              <a:buSzPts val="1700"/>
              <a:buFont typeface="Verdana"/>
              <a:buChar char="◦"/>
              <a:defRPr b="0" i="0" sz="1700" u="none" cap="none" strike="noStrike">
                <a:solidFill>
                  <a:schemeClr val="dk1"/>
                </a:solidFill>
                <a:latin typeface="Verdana"/>
                <a:ea typeface="Verdana"/>
                <a:cs typeface="Verdana"/>
                <a:sym typeface="Verdana"/>
              </a:defRPr>
            </a:lvl6pPr>
            <a:lvl7pPr indent="-323850" lvl="6" marL="3200400"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7pPr>
            <a:lvl8pPr indent="-323850" lvl="7" marL="3657600" marR="0" rtl="0" algn="l">
              <a:spcBef>
                <a:spcPts val="257"/>
              </a:spcBef>
              <a:spcAft>
                <a:spcPts val="0"/>
              </a:spcAft>
              <a:buClr>
                <a:srgbClr val="4882BE"/>
              </a:buClr>
              <a:buSzPts val="1500"/>
              <a:buFont typeface="Verdana"/>
              <a:buChar char="◦"/>
              <a:defRPr b="0" i="0" sz="1500" u="none" cap="none" strike="noStrike">
                <a:solidFill>
                  <a:schemeClr val="dk1"/>
                </a:solidFill>
                <a:latin typeface="Verdana"/>
                <a:ea typeface="Verdana"/>
                <a:cs typeface="Verdana"/>
                <a:sym typeface="Verdana"/>
              </a:defRPr>
            </a:lvl8pPr>
            <a:lvl9pPr indent="-323850" lvl="8" marL="4114800"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9pPr>
          </a:lstStyle>
          <a:p/>
        </p:txBody>
      </p:sp>
      <p:sp>
        <p:nvSpPr>
          <p:cNvPr id="10" name="Google Shape;10;p16"/>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A5A298"/>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 name="Google Shape;11;p16"/>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A5A298"/>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 name="Google Shape;12;p16"/>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00" u="none" cap="none" strike="noStrike">
                <a:solidFill>
                  <a:srgbClr val="A5A298"/>
                </a:solidFill>
                <a:latin typeface="Verdana"/>
                <a:ea typeface="Verdana"/>
                <a:cs typeface="Verdana"/>
                <a:sym typeface="Verdana"/>
              </a:defRPr>
            </a:lvl1pPr>
            <a:lvl2pPr indent="0" lvl="1" marL="0" marR="0" rtl="0" algn="r">
              <a:spcBef>
                <a:spcPts val="0"/>
              </a:spcBef>
              <a:buNone/>
              <a:defRPr b="0" i="0" sz="1000" u="none" cap="none" strike="noStrike">
                <a:solidFill>
                  <a:srgbClr val="A5A298"/>
                </a:solidFill>
                <a:latin typeface="Verdana"/>
                <a:ea typeface="Verdana"/>
                <a:cs typeface="Verdana"/>
                <a:sym typeface="Verdana"/>
              </a:defRPr>
            </a:lvl2pPr>
            <a:lvl3pPr indent="0" lvl="2" marL="0" marR="0" rtl="0" algn="r">
              <a:spcBef>
                <a:spcPts val="0"/>
              </a:spcBef>
              <a:buNone/>
              <a:defRPr b="0" i="0" sz="1000" u="none" cap="none" strike="noStrike">
                <a:solidFill>
                  <a:srgbClr val="A5A298"/>
                </a:solidFill>
                <a:latin typeface="Verdana"/>
                <a:ea typeface="Verdana"/>
                <a:cs typeface="Verdana"/>
                <a:sym typeface="Verdana"/>
              </a:defRPr>
            </a:lvl3pPr>
            <a:lvl4pPr indent="0" lvl="3" marL="0" marR="0" rtl="0" algn="r">
              <a:spcBef>
                <a:spcPts val="0"/>
              </a:spcBef>
              <a:buNone/>
              <a:defRPr b="0" i="0" sz="1000" u="none" cap="none" strike="noStrike">
                <a:solidFill>
                  <a:srgbClr val="A5A298"/>
                </a:solidFill>
                <a:latin typeface="Verdana"/>
                <a:ea typeface="Verdana"/>
                <a:cs typeface="Verdana"/>
                <a:sym typeface="Verdana"/>
              </a:defRPr>
            </a:lvl4pPr>
            <a:lvl5pPr indent="0" lvl="4" marL="0" marR="0" rtl="0" algn="r">
              <a:spcBef>
                <a:spcPts val="0"/>
              </a:spcBef>
              <a:buNone/>
              <a:defRPr b="0" i="0" sz="1000" u="none" cap="none" strike="noStrike">
                <a:solidFill>
                  <a:srgbClr val="A5A298"/>
                </a:solidFill>
                <a:latin typeface="Verdana"/>
                <a:ea typeface="Verdana"/>
                <a:cs typeface="Verdana"/>
                <a:sym typeface="Verdana"/>
              </a:defRPr>
            </a:lvl5pPr>
            <a:lvl6pPr indent="0" lvl="5" marL="0" marR="0" rtl="0" algn="r">
              <a:spcBef>
                <a:spcPts val="0"/>
              </a:spcBef>
              <a:buNone/>
              <a:defRPr b="0" i="0" sz="1000" u="none" cap="none" strike="noStrike">
                <a:solidFill>
                  <a:srgbClr val="A5A298"/>
                </a:solidFill>
                <a:latin typeface="Verdana"/>
                <a:ea typeface="Verdana"/>
                <a:cs typeface="Verdana"/>
                <a:sym typeface="Verdana"/>
              </a:defRPr>
            </a:lvl6pPr>
            <a:lvl7pPr indent="0" lvl="6" marL="0" marR="0" rtl="0" algn="r">
              <a:spcBef>
                <a:spcPts val="0"/>
              </a:spcBef>
              <a:buNone/>
              <a:defRPr b="0" i="0" sz="1000" u="none" cap="none" strike="noStrike">
                <a:solidFill>
                  <a:srgbClr val="A5A298"/>
                </a:solidFill>
                <a:latin typeface="Verdana"/>
                <a:ea typeface="Verdana"/>
                <a:cs typeface="Verdana"/>
                <a:sym typeface="Verdana"/>
              </a:defRPr>
            </a:lvl7pPr>
            <a:lvl8pPr indent="0" lvl="7" marL="0" marR="0" rtl="0" algn="r">
              <a:spcBef>
                <a:spcPts val="0"/>
              </a:spcBef>
              <a:buNone/>
              <a:defRPr b="0" i="0" sz="1000" u="none" cap="none" strike="noStrike">
                <a:solidFill>
                  <a:srgbClr val="A5A298"/>
                </a:solidFill>
                <a:latin typeface="Verdana"/>
                <a:ea typeface="Verdana"/>
                <a:cs typeface="Verdana"/>
                <a:sym typeface="Verdana"/>
              </a:defRPr>
            </a:lvl8pPr>
            <a:lvl9pPr indent="0" lvl="8" marL="0" marR="0" rtl="0" algn="r">
              <a:spcBef>
                <a:spcPts val="0"/>
              </a:spcBef>
              <a:buNone/>
              <a:defRPr b="0" i="0" sz="1000" u="none" cap="none" strike="noStrike">
                <a:solidFill>
                  <a:srgbClr val="A5A29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7.jpg"/><Relationship Id="rId5" Type="http://schemas.openxmlformats.org/officeDocument/2006/relationships/image" Target="../media/image4.jpg"/><Relationship Id="rId6"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ctrTitle"/>
          </p:nvPr>
        </p:nvSpPr>
        <p:spPr>
          <a:xfrm>
            <a:off x="722376" y="1820206"/>
            <a:ext cx="7772400" cy="1684994"/>
          </a:xfrm>
          <a:prstGeom prst="rect">
            <a:avLst/>
          </a:prstGeom>
          <a:noFill/>
          <a:ln>
            <a:noFill/>
          </a:ln>
        </p:spPr>
        <p:txBody>
          <a:bodyPr anchorCtr="0" anchor="b" bIns="45700" lIns="45700" spcFirstLastPara="1" rIns="45700" wrap="square" tIns="45700">
            <a:normAutofit/>
          </a:bodyPr>
          <a:lstStyle/>
          <a:p>
            <a:pPr indent="0" lvl="0" marL="0" rtl="0" algn="r">
              <a:spcBef>
                <a:spcPts val="0"/>
              </a:spcBef>
              <a:spcAft>
                <a:spcPts val="0"/>
              </a:spcAft>
              <a:buClr>
                <a:srgbClr val="FF8C3C"/>
              </a:buClr>
              <a:buSzPts val="4500"/>
              <a:buFont typeface="Verdana"/>
              <a:buNone/>
            </a:pPr>
            <a:r>
              <a:rPr lang="en-US"/>
              <a:t>Rock-Paper-Scissor Game</a:t>
            </a:r>
            <a:endParaRPr/>
          </a:p>
        </p:txBody>
      </p:sp>
      <p:sp>
        <p:nvSpPr>
          <p:cNvPr id="94" name="Google Shape;94;p1"/>
          <p:cNvSpPr txBox="1"/>
          <p:nvPr>
            <p:ph idx="1" type="subTitle"/>
          </p:nvPr>
        </p:nvSpPr>
        <p:spPr>
          <a:xfrm>
            <a:off x="722376" y="3685032"/>
            <a:ext cx="7772400" cy="914400"/>
          </a:xfrm>
          <a:prstGeom prst="rect">
            <a:avLst/>
          </a:prstGeom>
          <a:noFill/>
          <a:ln>
            <a:noFill/>
          </a:ln>
        </p:spPr>
        <p:txBody>
          <a:bodyPr anchorCtr="0" anchor="t" bIns="45700" lIns="182875" spcFirstLastPara="1" rIns="91425" wrap="square" tIns="0">
            <a:normAutofit/>
          </a:bodyPr>
          <a:lstStyle/>
          <a:p>
            <a:pPr indent="0" lvl="0" marL="36576" rtl="0" algn="r">
              <a:spcBef>
                <a:spcPts val="0"/>
              </a:spcBef>
              <a:spcAft>
                <a:spcPts val="0"/>
              </a:spcAft>
              <a:buSzPts val="1600"/>
              <a:buNone/>
            </a:pPr>
            <a:r>
              <a:rPr lang="en-US"/>
              <a:t>CSE 231</a:t>
            </a:r>
            <a:endParaRPr/>
          </a:p>
        </p:txBody>
      </p:sp>
      <p:pic>
        <p:nvPicPr>
          <p:cNvPr id="95" name="Google Shape;95;p1"/>
          <p:cNvPicPr preferRelativeResize="0"/>
          <p:nvPr/>
        </p:nvPicPr>
        <p:blipFill>
          <a:blip r:embed="rId3">
            <a:alphaModFix amt="18000"/>
          </a:blip>
          <a:stretch>
            <a:fillRect/>
          </a:stretch>
        </p:blipFill>
        <p:spPr>
          <a:xfrm>
            <a:off x="372923" y="3685025"/>
            <a:ext cx="8352625" cy="2770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graphicFrame>
        <p:nvGraphicFramePr>
          <p:cNvPr id="100" name="Google Shape;100;p2"/>
          <p:cNvGraphicFramePr/>
          <p:nvPr/>
        </p:nvGraphicFramePr>
        <p:xfrm>
          <a:off x="1905000" y="990602"/>
          <a:ext cx="3000000" cy="3000000"/>
        </p:xfrm>
        <a:graphic>
          <a:graphicData uri="http://schemas.openxmlformats.org/drawingml/2006/table">
            <a:tbl>
              <a:tblPr>
                <a:noFill/>
                <a:tableStyleId>{41B2ED19-C4A3-4E18-A94D-B4F77E68BA86}</a:tableStyleId>
              </a:tblPr>
              <a:tblGrid>
                <a:gridCol w="2628900"/>
                <a:gridCol w="2628900"/>
              </a:tblGrid>
              <a:tr h="366100">
                <a:tc>
                  <a:txBody>
                    <a:bodyPr/>
                    <a:lstStyle/>
                    <a:p>
                      <a:pPr indent="0" lvl="0" marL="0" marR="0" rtl="0" algn="ctr">
                        <a:lnSpc>
                          <a:spcPct val="115000"/>
                        </a:lnSpc>
                        <a:spcBef>
                          <a:spcPts val="0"/>
                        </a:spcBef>
                        <a:spcAft>
                          <a:spcPts val="0"/>
                        </a:spcAft>
                        <a:buNone/>
                      </a:pPr>
                      <a:r>
                        <a:rPr b="1" lang="en-US" sz="2000" u="none" cap="none" strike="noStrike">
                          <a:solidFill>
                            <a:srgbClr val="000000"/>
                          </a:solidFill>
                          <a:latin typeface="Times New Roman"/>
                          <a:ea typeface="Times New Roman"/>
                          <a:cs typeface="Times New Roman"/>
                          <a:sym typeface="Times New Roman"/>
                        </a:rPr>
                        <a:t>Name</a:t>
                      </a:r>
                      <a:endParaRPr sz="2000" u="none" cap="none" strike="noStrike">
                        <a:solidFill>
                          <a:srgbClr val="000000"/>
                        </a:solidFill>
                        <a:latin typeface="Times New Roman"/>
                        <a:ea typeface="Times New Roman"/>
                        <a:cs typeface="Times New Roman"/>
                        <a:sym typeface="Times New Roman"/>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000" u="none" cap="none" strike="noStrike">
                          <a:solidFill>
                            <a:srgbClr val="000000"/>
                          </a:solidFill>
                          <a:latin typeface="Times New Roman"/>
                          <a:ea typeface="Times New Roman"/>
                          <a:cs typeface="Times New Roman"/>
                          <a:sym typeface="Times New Roman"/>
                        </a:rPr>
                        <a:t>ID</a:t>
                      </a:r>
                      <a:endParaRPr sz="2000" u="none" cap="none" strike="noStrike">
                        <a:solidFill>
                          <a:srgbClr val="000000"/>
                        </a:solidFill>
                        <a:latin typeface="Times New Roman"/>
                        <a:ea typeface="Times New Roman"/>
                        <a:cs typeface="Times New Roman"/>
                        <a:sym typeface="Times New Roman"/>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17050">
                <a:tc>
                  <a:txBody>
                    <a:bodyPr/>
                    <a:lstStyle/>
                    <a:p>
                      <a:pPr indent="0" lvl="0" marL="0" marR="0" rtl="0" algn="l">
                        <a:lnSpc>
                          <a:spcPct val="115000"/>
                        </a:lnSpc>
                        <a:spcBef>
                          <a:spcPts val="0"/>
                        </a:spcBef>
                        <a:spcAft>
                          <a:spcPts val="0"/>
                        </a:spcAft>
                        <a:buNone/>
                      </a:pPr>
                      <a:r>
                        <a:rPr b="1" lang="en-US" sz="2000" u="none" cap="none" strike="noStrike">
                          <a:solidFill>
                            <a:srgbClr val="000000"/>
                          </a:solidFill>
                          <a:latin typeface="Times New Roman"/>
                          <a:ea typeface="Times New Roman"/>
                          <a:cs typeface="Times New Roman"/>
                          <a:sym typeface="Times New Roman"/>
                        </a:rPr>
                        <a:t>Md. Nasim Ahmed</a:t>
                      </a:r>
                      <a:endParaRPr sz="2000" u="none" cap="none" strike="noStrike">
                        <a:solidFill>
                          <a:srgbClr val="000000"/>
                        </a:solidFill>
                        <a:latin typeface="Times New Roman"/>
                        <a:ea typeface="Times New Roman"/>
                        <a:cs typeface="Times New Roman"/>
                        <a:sym typeface="Times New Roman"/>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0C0C0"/>
                    </a:solidFill>
                  </a:tcPr>
                </a:tc>
                <a:tc>
                  <a:txBody>
                    <a:bodyPr/>
                    <a:lstStyle/>
                    <a:p>
                      <a:pPr indent="0" lvl="0" marL="0" marR="0" rtl="0" algn="ctr">
                        <a:lnSpc>
                          <a:spcPct val="115000"/>
                        </a:lnSpc>
                        <a:spcBef>
                          <a:spcPts val="0"/>
                        </a:spcBef>
                        <a:spcAft>
                          <a:spcPts val="0"/>
                        </a:spcAft>
                        <a:buNone/>
                      </a:pPr>
                      <a:r>
                        <a:rPr lang="en-US" sz="2000" u="none" cap="none" strike="noStrike">
                          <a:solidFill>
                            <a:srgbClr val="000000"/>
                          </a:solidFill>
                          <a:latin typeface="Times New Roman"/>
                          <a:ea typeface="Times New Roman"/>
                          <a:cs typeface="Times New Roman"/>
                          <a:sym typeface="Times New Roman"/>
                        </a:rPr>
                        <a:t>2232936042</a:t>
                      </a: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0C0C0"/>
                    </a:solidFill>
                  </a:tcPr>
                </a:tc>
              </a:tr>
              <a:tr h="366100">
                <a:tc>
                  <a:txBody>
                    <a:bodyPr/>
                    <a:lstStyle/>
                    <a:p>
                      <a:pPr indent="0" lvl="0" marL="0" marR="0" rtl="0" algn="l">
                        <a:lnSpc>
                          <a:spcPct val="115000"/>
                        </a:lnSpc>
                        <a:spcBef>
                          <a:spcPts val="0"/>
                        </a:spcBef>
                        <a:spcAft>
                          <a:spcPts val="0"/>
                        </a:spcAft>
                        <a:buNone/>
                      </a:pPr>
                      <a:r>
                        <a:rPr b="1" lang="en-US" sz="2000" u="none" cap="none" strike="noStrike">
                          <a:solidFill>
                            <a:srgbClr val="000000"/>
                          </a:solidFill>
                          <a:latin typeface="Times New Roman"/>
                          <a:ea typeface="Times New Roman"/>
                          <a:cs typeface="Times New Roman"/>
                          <a:sym typeface="Times New Roman"/>
                        </a:rPr>
                        <a:t>Sajid Hasan</a:t>
                      </a:r>
                      <a:endParaRPr sz="2000" u="none" cap="none" strike="noStrike">
                        <a:solidFill>
                          <a:srgbClr val="000000"/>
                        </a:solidFill>
                        <a:latin typeface="Times New Roman"/>
                        <a:ea typeface="Times New Roman"/>
                        <a:cs typeface="Times New Roman"/>
                        <a:sym typeface="Times New Roman"/>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000" u="none" cap="none" strike="noStrike">
                          <a:solidFill>
                            <a:srgbClr val="000000"/>
                          </a:solidFill>
                          <a:latin typeface="Times New Roman"/>
                          <a:ea typeface="Times New Roman"/>
                          <a:cs typeface="Times New Roman"/>
                          <a:sym typeface="Times New Roman"/>
                        </a:rPr>
                        <a:t>2222684042</a:t>
                      </a: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7050">
                <a:tc>
                  <a:txBody>
                    <a:bodyPr/>
                    <a:lstStyle/>
                    <a:p>
                      <a:pPr indent="0" lvl="0" marL="0" marR="0" rtl="0" algn="l">
                        <a:lnSpc>
                          <a:spcPct val="115000"/>
                        </a:lnSpc>
                        <a:spcBef>
                          <a:spcPts val="0"/>
                        </a:spcBef>
                        <a:spcAft>
                          <a:spcPts val="0"/>
                        </a:spcAft>
                        <a:buNone/>
                      </a:pPr>
                      <a:r>
                        <a:rPr b="1" lang="en-US" sz="2000" u="none" cap="none" strike="noStrike">
                          <a:solidFill>
                            <a:srgbClr val="000000"/>
                          </a:solidFill>
                          <a:latin typeface="Times New Roman"/>
                          <a:ea typeface="Times New Roman"/>
                          <a:cs typeface="Times New Roman"/>
                          <a:sym typeface="Times New Roman"/>
                        </a:rPr>
                        <a:t>Saif Hasan Saikot</a:t>
                      </a:r>
                      <a:endParaRPr sz="2000" u="none" cap="none" strike="noStrike">
                        <a:solidFill>
                          <a:srgbClr val="000000"/>
                        </a:solidFill>
                        <a:latin typeface="Times New Roman"/>
                        <a:ea typeface="Times New Roman"/>
                        <a:cs typeface="Times New Roman"/>
                        <a:sym typeface="Times New Roman"/>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0C0C0"/>
                    </a:solidFill>
                  </a:tcPr>
                </a:tc>
                <a:tc>
                  <a:txBody>
                    <a:bodyPr/>
                    <a:lstStyle/>
                    <a:p>
                      <a:pPr indent="0" lvl="0" marL="0" marR="0" rtl="0" algn="ctr">
                        <a:lnSpc>
                          <a:spcPct val="115000"/>
                        </a:lnSpc>
                        <a:spcBef>
                          <a:spcPts val="0"/>
                        </a:spcBef>
                        <a:spcAft>
                          <a:spcPts val="0"/>
                        </a:spcAft>
                        <a:buNone/>
                      </a:pPr>
                      <a:r>
                        <a:rPr lang="en-US" sz="2000" u="none" cap="none" strike="noStrike">
                          <a:solidFill>
                            <a:srgbClr val="000000"/>
                          </a:solidFill>
                          <a:latin typeface="Times New Roman"/>
                          <a:ea typeface="Times New Roman"/>
                          <a:cs typeface="Times New Roman"/>
                          <a:sym typeface="Times New Roman"/>
                        </a:rPr>
                        <a:t>2221751642</a:t>
                      </a: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0C0C0"/>
                    </a:solidFill>
                  </a:tcPr>
                </a:tc>
              </a:tr>
              <a:tr h="617050">
                <a:tc>
                  <a:txBody>
                    <a:bodyPr/>
                    <a:lstStyle/>
                    <a:p>
                      <a:pPr indent="0" lvl="0" marL="0" marR="0" rtl="0" algn="l">
                        <a:lnSpc>
                          <a:spcPct val="115000"/>
                        </a:lnSpc>
                        <a:spcBef>
                          <a:spcPts val="0"/>
                        </a:spcBef>
                        <a:spcAft>
                          <a:spcPts val="0"/>
                        </a:spcAft>
                        <a:buNone/>
                      </a:pPr>
                      <a:r>
                        <a:rPr b="1" lang="en-US" sz="2000" u="none" cap="none" strike="noStrike">
                          <a:solidFill>
                            <a:srgbClr val="000000"/>
                          </a:solidFill>
                          <a:latin typeface="Times New Roman"/>
                          <a:ea typeface="Times New Roman"/>
                          <a:cs typeface="Times New Roman"/>
                          <a:sym typeface="Times New Roman"/>
                        </a:rPr>
                        <a:t>S. M. Sultan Mahmud</a:t>
                      </a:r>
                      <a:endParaRPr sz="2000" u="none" cap="none" strike="noStrike">
                        <a:solidFill>
                          <a:srgbClr val="000000"/>
                        </a:solidFill>
                        <a:latin typeface="Times New Roman"/>
                        <a:ea typeface="Times New Roman"/>
                        <a:cs typeface="Times New Roman"/>
                        <a:sym typeface="Times New Roman"/>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000" u="none" cap="none" strike="noStrike">
                          <a:solidFill>
                            <a:srgbClr val="000000"/>
                          </a:solidFill>
                          <a:latin typeface="Times New Roman"/>
                          <a:ea typeface="Times New Roman"/>
                          <a:cs typeface="Times New Roman"/>
                          <a:sym typeface="Times New Roman"/>
                        </a:rPr>
                        <a:t>2112166642</a:t>
                      </a: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17050">
                <a:tc>
                  <a:txBody>
                    <a:bodyPr/>
                    <a:lstStyle/>
                    <a:p>
                      <a:pPr indent="0" lvl="0" marL="0" marR="0" rtl="0" algn="l">
                        <a:lnSpc>
                          <a:spcPct val="115000"/>
                        </a:lnSpc>
                        <a:spcBef>
                          <a:spcPts val="0"/>
                        </a:spcBef>
                        <a:spcAft>
                          <a:spcPts val="0"/>
                        </a:spcAft>
                        <a:buNone/>
                      </a:pPr>
                      <a:r>
                        <a:rPr b="1" lang="en-US" sz="2000" u="none" cap="none" strike="noStrike">
                          <a:solidFill>
                            <a:srgbClr val="000000"/>
                          </a:solidFill>
                          <a:latin typeface="Times New Roman"/>
                          <a:ea typeface="Times New Roman"/>
                          <a:cs typeface="Times New Roman"/>
                          <a:sym typeface="Times New Roman"/>
                        </a:rPr>
                        <a:t>Sabid Ibna Siddiq</a:t>
                      </a:r>
                      <a:endParaRPr sz="2000" u="none" cap="none" strike="noStrike">
                        <a:solidFill>
                          <a:srgbClr val="000000"/>
                        </a:solidFill>
                        <a:latin typeface="Times New Roman"/>
                        <a:ea typeface="Times New Roman"/>
                        <a:cs typeface="Times New Roman"/>
                        <a:sym typeface="Times New Roman"/>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C0C0"/>
                    </a:solidFill>
                  </a:tcPr>
                </a:tc>
                <a:tc>
                  <a:txBody>
                    <a:bodyPr/>
                    <a:lstStyle/>
                    <a:p>
                      <a:pPr indent="0" lvl="0" marL="0" marR="0" rtl="0" algn="ctr">
                        <a:lnSpc>
                          <a:spcPct val="115000"/>
                        </a:lnSpc>
                        <a:spcBef>
                          <a:spcPts val="0"/>
                        </a:spcBef>
                        <a:spcAft>
                          <a:spcPts val="0"/>
                        </a:spcAft>
                        <a:buNone/>
                      </a:pPr>
                      <a:r>
                        <a:rPr lang="en-US" sz="2000" u="none" cap="none" strike="noStrike">
                          <a:solidFill>
                            <a:srgbClr val="000000"/>
                          </a:solidFill>
                          <a:latin typeface="Times New Roman"/>
                          <a:ea typeface="Times New Roman"/>
                          <a:cs typeface="Times New Roman"/>
                          <a:sym typeface="Times New Roman"/>
                        </a:rPr>
                        <a:t>2132385642</a:t>
                      </a: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C0C0"/>
                    </a:solidFill>
                  </a:tcPr>
                </a:tc>
              </a:tr>
            </a:tbl>
          </a:graphicData>
        </a:graphic>
      </p:graphicFrame>
      <p:sp>
        <p:nvSpPr>
          <p:cNvPr id="101" name="Google Shape;101;p2"/>
          <p:cNvSpPr txBox="1"/>
          <p:nvPr/>
        </p:nvSpPr>
        <p:spPr>
          <a:xfrm>
            <a:off x="1524000" y="4892040"/>
            <a:ext cx="5867400" cy="10515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8C3C"/>
              </a:buClr>
              <a:buSzPts val="3600"/>
              <a:buFont typeface="Verdana"/>
              <a:buNone/>
            </a:pPr>
            <a:r>
              <a:rPr b="1" i="0" lang="en-US" sz="3600" u="none" cap="none" strike="noStrike">
                <a:solidFill>
                  <a:srgbClr val="FF8C3C"/>
                </a:solidFill>
                <a:latin typeface="Verdana"/>
                <a:ea typeface="Verdana"/>
                <a:cs typeface="Verdana"/>
                <a:sym typeface="Verdana"/>
              </a:rPr>
              <a:t>Group-07</a:t>
            </a:r>
            <a:endParaRPr b="1" i="0" sz="3600" u="none" cap="none" strike="noStrike">
              <a:solidFill>
                <a:srgbClr val="FF8C3C"/>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nvSpPr>
        <p:spPr>
          <a:xfrm>
            <a:off x="609600" y="762000"/>
            <a:ext cx="7924800" cy="5334000"/>
          </a:xfrm>
          <a:prstGeom prst="rect">
            <a:avLst/>
          </a:prstGeom>
          <a:noFill/>
          <a:ln>
            <a:noFill/>
          </a:ln>
        </p:spPr>
        <p:txBody>
          <a:bodyPr anchorCtr="0" anchor="t" bIns="45700" lIns="91425" spcFirstLastPara="1" rIns="91425" wrap="square" tIns="45700">
            <a:noAutofit/>
          </a:bodyPr>
          <a:lstStyle/>
          <a:p>
            <a:pPr indent="-203200" lvl="0" marL="0" marR="0" rtl="0" algn="l">
              <a:lnSpc>
                <a:spcPct val="100000"/>
              </a:lnSpc>
              <a:spcBef>
                <a:spcPts val="0"/>
              </a:spcBef>
              <a:spcAft>
                <a:spcPts val="0"/>
              </a:spcAft>
              <a:buClr>
                <a:srgbClr val="FF8C3C"/>
              </a:buClr>
              <a:buSzPts val="3200"/>
              <a:buFont typeface="Arial"/>
              <a:buChar char="•"/>
            </a:pPr>
            <a:r>
              <a:rPr b="1" i="0" lang="en-US" sz="3200" u="none" cap="none" strike="noStrike">
                <a:solidFill>
                  <a:srgbClr val="FF8C3C"/>
                </a:solidFill>
                <a:latin typeface="Verdana"/>
                <a:ea typeface="Verdana"/>
                <a:cs typeface="Verdana"/>
                <a:sym typeface="Verdana"/>
              </a:rPr>
              <a:t>Rock-Paper-Scissor Game :</a:t>
            </a:r>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Verdana"/>
              <a:ea typeface="Verdana"/>
              <a:cs typeface="Verdana"/>
              <a:sym typeface="Verdana"/>
            </a:endParaRPr>
          </a:p>
          <a:p>
            <a:pPr indent="0" lvl="0"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In this DLD project we are designing a real life game named “ Rock-Paper-Scissor” with some wires, breadboard,  integrated circuit(ic), led , etc. This game can be played by two people. This design can be implemented using AND, OR, and other universal gates like NAND or NOR.</a:t>
            </a:r>
            <a:endParaRPr/>
          </a:p>
          <a:p>
            <a:pPr indent="0" lvl="0" marL="0" marR="0" rtl="0" algn="l">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1600" u="none" cap="none" strike="noStrike">
              <a:solidFill>
                <a:schemeClr val="dk1"/>
              </a:solidFill>
              <a:latin typeface="Verdana"/>
              <a:ea typeface="Verdana"/>
              <a:cs typeface="Verdana"/>
              <a:sym typeface="Verdana"/>
            </a:endParaRPr>
          </a:p>
          <a:p>
            <a:pPr indent="0" lvl="0" marL="0" marR="0" rtl="0" algn="l">
              <a:spcBef>
                <a:spcPts val="0"/>
              </a:spcBef>
              <a:spcAft>
                <a:spcPts val="0"/>
              </a:spcAft>
              <a:buNone/>
            </a:pPr>
            <a:r>
              <a:rPr b="0" i="0" lang="en-US" sz="1600" u="none" cap="none" strike="noStrike">
                <a:solidFill>
                  <a:schemeClr val="dk1"/>
                </a:solidFill>
                <a:latin typeface="Verdana"/>
                <a:ea typeface="Verdana"/>
                <a:cs typeface="Verdana"/>
                <a:sym typeface="Verdana"/>
              </a:rPr>
              <a:t>   </a:t>
            </a:r>
            <a:endParaRPr b="0" i="0" sz="1600" u="none" cap="none" strike="noStrike">
              <a:solidFill>
                <a:schemeClr val="dk1"/>
              </a:solidFill>
              <a:latin typeface="Verdana"/>
              <a:ea typeface="Verdana"/>
              <a:cs typeface="Verdana"/>
              <a:sym typeface="Verdana"/>
            </a:endParaRPr>
          </a:p>
          <a:p>
            <a:pPr indent="-203200" lvl="0" marL="0" marR="0" rtl="0" algn="l">
              <a:spcBef>
                <a:spcPts val="0"/>
              </a:spcBef>
              <a:spcAft>
                <a:spcPts val="0"/>
              </a:spcAft>
              <a:buClr>
                <a:srgbClr val="FF8C3C"/>
              </a:buClr>
              <a:buSzPts val="3200"/>
              <a:buFont typeface="Arial"/>
              <a:buChar char="•"/>
            </a:pPr>
            <a:r>
              <a:rPr b="1" i="0" lang="en-US" sz="3200" u="none" cap="none" strike="noStrike">
                <a:solidFill>
                  <a:srgbClr val="FF8C3C"/>
                </a:solidFill>
                <a:latin typeface="Verdana"/>
                <a:ea typeface="Verdana"/>
                <a:cs typeface="Verdana"/>
                <a:sym typeface="Verdana"/>
              </a:rPr>
              <a:t>Result :</a:t>
            </a:r>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Four kind of results are shown in the project.</a:t>
            </a:r>
            <a:endParaRPr/>
          </a:p>
          <a:p>
            <a:pPr indent="-342900" lvl="0" marL="342900" marR="0" rtl="0" algn="l">
              <a:lnSpc>
                <a:spcPct val="100000"/>
              </a:lnSpc>
              <a:spcBef>
                <a:spcPts val="0"/>
              </a:spcBef>
              <a:spcAft>
                <a:spcPts val="0"/>
              </a:spcAft>
              <a:buClr>
                <a:schemeClr val="dk1"/>
              </a:buClr>
              <a:buSzPts val="1800"/>
              <a:buFont typeface="Verdana"/>
              <a:buAutoNum type="arabicPeriod"/>
            </a:pPr>
            <a:r>
              <a:rPr b="0" i="0" lang="en-US" sz="1800" u="none" cap="none" strike="noStrike">
                <a:solidFill>
                  <a:schemeClr val="dk1"/>
                </a:solidFill>
                <a:latin typeface="Times New Roman"/>
                <a:ea typeface="Times New Roman"/>
                <a:cs typeface="Times New Roman"/>
                <a:sym typeface="Times New Roman"/>
              </a:rPr>
              <a:t>Player1 wins,</a:t>
            </a:r>
            <a:endParaRPr/>
          </a:p>
          <a:p>
            <a:pPr indent="-342900" lvl="0" marL="342900" marR="0" rtl="0" algn="l">
              <a:lnSpc>
                <a:spcPct val="100000"/>
              </a:lnSpc>
              <a:spcBef>
                <a:spcPts val="0"/>
              </a:spcBef>
              <a:spcAft>
                <a:spcPts val="0"/>
              </a:spcAft>
              <a:buClr>
                <a:schemeClr val="dk1"/>
              </a:buClr>
              <a:buSzPts val="1800"/>
              <a:buFont typeface="Verdana"/>
              <a:buAutoNum type="arabicPeriod"/>
            </a:pPr>
            <a:r>
              <a:rPr b="0" i="0" lang="en-US" sz="1800" u="none" cap="none" strike="noStrike">
                <a:solidFill>
                  <a:schemeClr val="dk1"/>
                </a:solidFill>
                <a:latin typeface="Times New Roman"/>
                <a:ea typeface="Times New Roman"/>
                <a:cs typeface="Times New Roman"/>
                <a:sym typeface="Times New Roman"/>
              </a:rPr>
              <a:t>Player2 wins,</a:t>
            </a:r>
            <a:endParaRPr/>
          </a:p>
          <a:p>
            <a:pPr indent="-342900" lvl="0" marL="342900" marR="0" rtl="0" algn="l">
              <a:lnSpc>
                <a:spcPct val="100000"/>
              </a:lnSpc>
              <a:spcBef>
                <a:spcPts val="0"/>
              </a:spcBef>
              <a:spcAft>
                <a:spcPts val="0"/>
              </a:spcAft>
              <a:buClr>
                <a:schemeClr val="dk1"/>
              </a:buClr>
              <a:buSzPts val="1800"/>
              <a:buFont typeface="Verdana"/>
              <a:buAutoNum type="arabicPeriod"/>
            </a:pPr>
            <a:r>
              <a:rPr b="0" i="0" lang="en-US" sz="1800" u="none" cap="none" strike="noStrike">
                <a:solidFill>
                  <a:schemeClr val="dk1"/>
                </a:solidFill>
                <a:latin typeface="Times New Roman"/>
                <a:ea typeface="Times New Roman"/>
                <a:cs typeface="Times New Roman"/>
                <a:sym typeface="Times New Roman"/>
              </a:rPr>
              <a:t>Draw( if same switches are on),</a:t>
            </a:r>
            <a:endParaRPr/>
          </a:p>
          <a:p>
            <a:pPr indent="-342900" lvl="0" marL="342900" marR="0" rtl="0" algn="l">
              <a:lnSpc>
                <a:spcPct val="100000"/>
              </a:lnSpc>
              <a:spcBef>
                <a:spcPts val="0"/>
              </a:spcBef>
              <a:spcAft>
                <a:spcPts val="0"/>
              </a:spcAft>
              <a:buClr>
                <a:schemeClr val="dk1"/>
              </a:buClr>
              <a:buSzPts val="1800"/>
              <a:buFont typeface="Verdana"/>
              <a:buAutoNum type="arabicPeriod"/>
            </a:pPr>
            <a:r>
              <a:rPr b="0" i="0" lang="en-US" sz="1800" u="none" cap="none" strike="noStrike">
                <a:solidFill>
                  <a:schemeClr val="dk1"/>
                </a:solidFill>
                <a:latin typeface="Times New Roman"/>
                <a:ea typeface="Times New Roman"/>
                <a:cs typeface="Times New Roman"/>
                <a:sym typeface="Times New Roman"/>
              </a:rPr>
              <a:t>Invalid( if any player turns on more than one switch)</a:t>
            </a:r>
            <a:endParaRPr b="0" i="0" sz="1800" u="none" cap="none" strike="noStrike">
              <a:solidFill>
                <a:schemeClr val="dk1"/>
              </a:solidFill>
              <a:latin typeface="Times New Roman"/>
              <a:ea typeface="Times New Roman"/>
              <a:cs typeface="Times New Roman"/>
              <a:sym typeface="Times New Roman"/>
            </a:endParaRPr>
          </a:p>
        </p:txBody>
      </p:sp>
      <p:pic>
        <p:nvPicPr>
          <p:cNvPr id="107" name="Google Shape;107;p3"/>
          <p:cNvPicPr preferRelativeResize="0"/>
          <p:nvPr/>
        </p:nvPicPr>
        <p:blipFill>
          <a:blip r:embed="rId3">
            <a:alphaModFix amt="13000"/>
          </a:blip>
          <a:stretch>
            <a:fillRect/>
          </a:stretch>
        </p:blipFill>
        <p:spPr>
          <a:xfrm>
            <a:off x="400050" y="443650"/>
            <a:ext cx="8243850" cy="5918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p:nvPr/>
        </p:nvSpPr>
        <p:spPr>
          <a:xfrm>
            <a:off x="685800" y="821600"/>
            <a:ext cx="3018300" cy="3293100"/>
          </a:xfrm>
          <a:prstGeom prst="rect">
            <a:avLst/>
          </a:prstGeom>
          <a:noFill/>
          <a:ln>
            <a:noFill/>
          </a:ln>
        </p:spPr>
        <p:txBody>
          <a:bodyPr anchorCtr="0" anchor="t" bIns="45700" lIns="91425" spcFirstLastPara="1" rIns="91425" wrap="square" tIns="45700">
            <a:spAutoFit/>
          </a:bodyPr>
          <a:lstStyle/>
          <a:p>
            <a:pPr indent="-203200" lvl="0" marL="0" marR="0" rtl="0" algn="l">
              <a:spcBef>
                <a:spcPts val="0"/>
              </a:spcBef>
              <a:spcAft>
                <a:spcPts val="0"/>
              </a:spcAft>
              <a:buClr>
                <a:srgbClr val="FF8C3C"/>
              </a:buClr>
              <a:buSzPts val="3200"/>
              <a:buFont typeface="Arial"/>
              <a:buChar char="•"/>
            </a:pPr>
            <a:r>
              <a:rPr b="1" i="0" lang="en-US" sz="3200" u="none" cap="none" strike="noStrike">
                <a:solidFill>
                  <a:srgbClr val="FF8C3C"/>
                </a:solidFill>
                <a:latin typeface="Verdana"/>
                <a:ea typeface="Verdana"/>
                <a:cs typeface="Verdana"/>
                <a:sym typeface="Verdana"/>
              </a:rPr>
              <a:t>Apparatus :</a:t>
            </a:r>
            <a:endParaRPr/>
          </a:p>
          <a:p>
            <a:pPr indent="0" lvl="0" marL="0" marR="0" rtl="0" algn="l">
              <a:spcBef>
                <a:spcPts val="0"/>
              </a:spcBef>
              <a:spcAft>
                <a:spcPts val="0"/>
              </a:spcAft>
              <a:buNone/>
            </a:pPr>
            <a:r>
              <a:t/>
            </a:r>
            <a:endParaRPr sz="1600">
              <a:solidFill>
                <a:schemeClr val="dk1"/>
              </a:solidFill>
              <a:latin typeface="Verdana"/>
              <a:ea typeface="Verdana"/>
              <a:cs typeface="Verdana"/>
              <a:sym typeface="Verdana"/>
            </a:endParaRPr>
          </a:p>
          <a:p>
            <a:pPr indent="0" lvl="0" marL="0" marR="0" rtl="0" algn="l">
              <a:spcBef>
                <a:spcPts val="0"/>
              </a:spcBef>
              <a:spcAft>
                <a:spcPts val="0"/>
              </a:spcAft>
              <a:buNone/>
            </a:pPr>
            <a:r>
              <a:t/>
            </a:r>
            <a:endParaRPr sz="1600">
              <a:solidFill>
                <a:schemeClr val="dk1"/>
              </a:solidFill>
              <a:latin typeface="Verdana"/>
              <a:ea typeface="Verdana"/>
              <a:cs typeface="Verdana"/>
              <a:sym typeface="Verdana"/>
            </a:endParaRPr>
          </a:p>
          <a:p>
            <a:pPr indent="-342900" lvl="0" marL="342900" marR="0" rtl="0" algn="l">
              <a:spcBef>
                <a:spcPts val="0"/>
              </a:spcBef>
              <a:spcAft>
                <a:spcPts val="0"/>
              </a:spcAft>
              <a:buClr>
                <a:schemeClr val="dk1"/>
              </a:buClr>
              <a:buSzPts val="1800"/>
              <a:buFont typeface="Verdana"/>
              <a:buAutoNum type="arabicPeriod"/>
            </a:pPr>
            <a:r>
              <a:rPr lang="en-US" sz="1800">
                <a:solidFill>
                  <a:schemeClr val="dk1"/>
                </a:solidFill>
                <a:latin typeface="Times New Roman"/>
                <a:ea typeface="Times New Roman"/>
                <a:cs typeface="Times New Roman"/>
                <a:sym typeface="Times New Roman"/>
              </a:rPr>
              <a:t>IC 7408(AND 2-input)</a:t>
            </a:r>
            <a:endParaRPr sz="1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800"/>
              <a:buFont typeface="Times New Roman"/>
              <a:buAutoNum type="arabicPeriod"/>
            </a:pPr>
            <a:r>
              <a:rPr lang="en-US" sz="1800">
                <a:solidFill>
                  <a:schemeClr val="dk1"/>
                </a:solidFill>
                <a:latin typeface="Times New Roman"/>
                <a:ea typeface="Times New Roman"/>
                <a:cs typeface="Times New Roman"/>
                <a:sym typeface="Times New Roman"/>
              </a:rPr>
              <a:t>IC 4073(AND 3-input)</a:t>
            </a:r>
            <a:endParaRPr sz="1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800"/>
              <a:buFont typeface="Verdana"/>
              <a:buAutoNum type="arabicPeriod"/>
            </a:pPr>
            <a:r>
              <a:rPr lang="en-US" sz="1800">
                <a:solidFill>
                  <a:schemeClr val="dk1"/>
                </a:solidFill>
                <a:latin typeface="Times New Roman"/>
                <a:ea typeface="Times New Roman"/>
                <a:cs typeface="Times New Roman"/>
                <a:sym typeface="Times New Roman"/>
              </a:rPr>
              <a:t>IC 7432(OR 2-input)</a:t>
            </a:r>
            <a:endParaRPr sz="1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800"/>
              <a:buFont typeface="Times New Roman"/>
              <a:buAutoNum type="arabicPeriod"/>
            </a:pPr>
            <a:r>
              <a:rPr lang="en-US" sz="1800">
                <a:solidFill>
                  <a:schemeClr val="dk1"/>
                </a:solidFill>
                <a:latin typeface="Times New Roman"/>
                <a:ea typeface="Times New Roman"/>
                <a:cs typeface="Times New Roman"/>
                <a:sym typeface="Times New Roman"/>
              </a:rPr>
              <a:t>IC 4075(OR 3-input)</a:t>
            </a:r>
            <a:endParaRPr sz="1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800"/>
              <a:buFont typeface="Verdana"/>
              <a:buAutoNum type="arabicPeriod"/>
            </a:pPr>
            <a:r>
              <a:rPr lang="en-US" sz="1800">
                <a:solidFill>
                  <a:schemeClr val="dk1"/>
                </a:solidFill>
                <a:latin typeface="Times New Roman"/>
                <a:ea typeface="Times New Roman"/>
                <a:cs typeface="Times New Roman"/>
                <a:sym typeface="Times New Roman"/>
              </a:rPr>
              <a:t>IC 7404(NOT)</a:t>
            </a:r>
            <a:endParaRPr/>
          </a:p>
          <a:p>
            <a:pPr indent="-342900" lvl="0" marL="342900" marR="0" rtl="0" algn="l">
              <a:spcBef>
                <a:spcPts val="0"/>
              </a:spcBef>
              <a:spcAft>
                <a:spcPts val="0"/>
              </a:spcAft>
              <a:buClr>
                <a:schemeClr val="dk1"/>
              </a:buClr>
              <a:buSzPts val="1800"/>
              <a:buFont typeface="Verdana"/>
              <a:buAutoNum type="arabicPeriod"/>
            </a:pPr>
            <a:r>
              <a:rPr lang="en-US" sz="1800">
                <a:solidFill>
                  <a:schemeClr val="dk1"/>
                </a:solidFill>
                <a:latin typeface="Times New Roman"/>
                <a:ea typeface="Times New Roman"/>
                <a:cs typeface="Times New Roman"/>
                <a:sym typeface="Times New Roman"/>
              </a:rPr>
              <a:t>Battery 9v</a:t>
            </a:r>
            <a:endParaRPr/>
          </a:p>
          <a:p>
            <a:pPr indent="-342900" lvl="0" marL="342900" marR="0" rtl="0" algn="l">
              <a:spcBef>
                <a:spcPts val="0"/>
              </a:spcBef>
              <a:spcAft>
                <a:spcPts val="0"/>
              </a:spcAft>
              <a:buClr>
                <a:schemeClr val="dk1"/>
              </a:buClr>
              <a:buSzPts val="1800"/>
              <a:buFont typeface="Verdana"/>
              <a:buAutoNum type="arabicPeriod"/>
            </a:pPr>
            <a:r>
              <a:rPr lang="en-US" sz="1800">
                <a:solidFill>
                  <a:schemeClr val="dk1"/>
                </a:solidFill>
                <a:latin typeface="Times New Roman"/>
                <a:ea typeface="Times New Roman"/>
                <a:cs typeface="Times New Roman"/>
                <a:sym typeface="Times New Roman"/>
              </a:rPr>
              <a:t>LED</a:t>
            </a:r>
            <a:endParaRPr/>
          </a:p>
          <a:p>
            <a:pPr indent="-342900" lvl="0" marL="342900" marR="0" rtl="0" algn="l">
              <a:spcBef>
                <a:spcPts val="0"/>
              </a:spcBef>
              <a:spcAft>
                <a:spcPts val="0"/>
              </a:spcAft>
              <a:buClr>
                <a:schemeClr val="dk1"/>
              </a:buClr>
              <a:buSzPts val="1800"/>
              <a:buFont typeface="Verdana"/>
              <a:buAutoNum type="arabicPeriod"/>
            </a:pPr>
            <a:r>
              <a:rPr lang="en-US" sz="1800">
                <a:solidFill>
                  <a:schemeClr val="dk1"/>
                </a:solidFill>
                <a:latin typeface="Times New Roman"/>
                <a:ea typeface="Times New Roman"/>
                <a:cs typeface="Times New Roman"/>
                <a:sym typeface="Times New Roman"/>
              </a:rPr>
              <a:t>Converter</a:t>
            </a:r>
            <a:endParaRPr/>
          </a:p>
          <a:p>
            <a:pPr indent="-342900" lvl="0" marL="342900" marR="0" rtl="0" algn="l">
              <a:spcBef>
                <a:spcPts val="0"/>
              </a:spcBef>
              <a:spcAft>
                <a:spcPts val="0"/>
              </a:spcAft>
              <a:buClr>
                <a:schemeClr val="dk1"/>
              </a:buClr>
              <a:buSzPts val="1800"/>
              <a:buFont typeface="Verdana"/>
              <a:buAutoNum type="arabicPeriod"/>
            </a:pPr>
            <a:r>
              <a:rPr lang="en-US" sz="1800">
                <a:solidFill>
                  <a:schemeClr val="dk1"/>
                </a:solidFill>
                <a:latin typeface="Times New Roman"/>
                <a:ea typeface="Times New Roman"/>
                <a:cs typeface="Times New Roman"/>
                <a:sym typeface="Times New Roman"/>
              </a:rPr>
              <a:t>Connecting wires</a:t>
            </a:r>
            <a:endParaRPr/>
          </a:p>
          <a:p>
            <a:pPr indent="-342900" lvl="0" marL="342900" marR="0" rtl="0" algn="l">
              <a:spcBef>
                <a:spcPts val="0"/>
              </a:spcBef>
              <a:spcAft>
                <a:spcPts val="0"/>
              </a:spcAft>
              <a:buClr>
                <a:schemeClr val="dk1"/>
              </a:buClr>
              <a:buSzPts val="1800"/>
              <a:buFont typeface="Verdana"/>
              <a:buAutoNum type="arabicPeriod"/>
            </a:pPr>
            <a:r>
              <a:rPr lang="en-US" sz="1800">
                <a:solidFill>
                  <a:schemeClr val="dk1"/>
                </a:solidFill>
                <a:latin typeface="Times New Roman"/>
                <a:ea typeface="Times New Roman"/>
                <a:cs typeface="Times New Roman"/>
                <a:sym typeface="Times New Roman"/>
              </a:rPr>
              <a:t>Breadboard </a:t>
            </a:r>
            <a:endParaRPr sz="1800">
              <a:solidFill>
                <a:schemeClr val="dk1"/>
              </a:solidFill>
              <a:latin typeface="Times New Roman"/>
              <a:ea typeface="Times New Roman"/>
              <a:cs typeface="Times New Roman"/>
              <a:sym typeface="Times New Roman"/>
            </a:endParaRPr>
          </a:p>
        </p:txBody>
      </p:sp>
      <p:pic>
        <p:nvPicPr>
          <p:cNvPr id="113" name="Google Shape;113;p4"/>
          <p:cNvPicPr preferRelativeResize="0"/>
          <p:nvPr/>
        </p:nvPicPr>
        <p:blipFill>
          <a:blip r:embed="rId3">
            <a:alphaModFix amt="34000"/>
          </a:blip>
          <a:stretch>
            <a:fillRect/>
          </a:stretch>
        </p:blipFill>
        <p:spPr>
          <a:xfrm>
            <a:off x="5315900" y="668937"/>
            <a:ext cx="3018300" cy="2115540"/>
          </a:xfrm>
          <a:prstGeom prst="rect">
            <a:avLst/>
          </a:prstGeom>
          <a:noFill/>
          <a:ln>
            <a:noFill/>
          </a:ln>
        </p:spPr>
      </p:pic>
      <p:pic>
        <p:nvPicPr>
          <p:cNvPr id="114" name="Google Shape;114;p4"/>
          <p:cNvPicPr preferRelativeResize="0"/>
          <p:nvPr/>
        </p:nvPicPr>
        <p:blipFill rotWithShape="1">
          <a:blip r:embed="rId4">
            <a:alphaModFix amt="20000"/>
          </a:blip>
          <a:srcRect b="-9204" l="0" r="-6292" t="2912"/>
          <a:stretch/>
        </p:blipFill>
        <p:spPr>
          <a:xfrm>
            <a:off x="823350" y="4433237"/>
            <a:ext cx="3018300" cy="2272463"/>
          </a:xfrm>
          <a:prstGeom prst="rect">
            <a:avLst/>
          </a:prstGeom>
          <a:noFill/>
          <a:ln>
            <a:noFill/>
          </a:ln>
        </p:spPr>
      </p:pic>
      <p:pic>
        <p:nvPicPr>
          <p:cNvPr id="115" name="Google Shape;115;p4"/>
          <p:cNvPicPr preferRelativeResize="0"/>
          <p:nvPr/>
        </p:nvPicPr>
        <p:blipFill rotWithShape="1">
          <a:blip r:embed="rId5">
            <a:alphaModFix amt="30000"/>
          </a:blip>
          <a:srcRect b="0" l="7407" r="0" t="9804"/>
          <a:stretch/>
        </p:blipFill>
        <p:spPr>
          <a:xfrm>
            <a:off x="5688975" y="3938401"/>
            <a:ext cx="3018300" cy="2375749"/>
          </a:xfrm>
          <a:prstGeom prst="rect">
            <a:avLst/>
          </a:prstGeom>
          <a:noFill/>
          <a:ln>
            <a:noFill/>
          </a:ln>
        </p:spPr>
      </p:pic>
      <p:pic>
        <p:nvPicPr>
          <p:cNvPr id="116" name="Google Shape;116;p4"/>
          <p:cNvPicPr preferRelativeResize="0"/>
          <p:nvPr/>
        </p:nvPicPr>
        <p:blipFill>
          <a:blip r:embed="rId6">
            <a:alphaModFix amt="30000"/>
          </a:blip>
          <a:stretch>
            <a:fillRect/>
          </a:stretch>
        </p:blipFill>
        <p:spPr>
          <a:xfrm>
            <a:off x="3609177" y="2636252"/>
            <a:ext cx="2375750" cy="2375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27214a7a6c6_0_1"/>
          <p:cNvSpPr txBox="1"/>
          <p:nvPr/>
        </p:nvSpPr>
        <p:spPr>
          <a:xfrm>
            <a:off x="697425" y="767175"/>
            <a:ext cx="3471600" cy="677100"/>
          </a:xfrm>
          <a:prstGeom prst="rect">
            <a:avLst/>
          </a:prstGeom>
          <a:noFill/>
          <a:ln>
            <a:noFill/>
          </a:ln>
        </p:spPr>
        <p:txBody>
          <a:bodyPr anchorCtr="0" anchor="t" bIns="91425" lIns="91425" spcFirstLastPara="1" rIns="91425" wrap="square" tIns="91425">
            <a:spAutoFit/>
          </a:bodyPr>
          <a:lstStyle/>
          <a:p>
            <a:pPr indent="-203200" lvl="0" marL="0" rtl="0" algn="l">
              <a:spcBef>
                <a:spcPts val="0"/>
              </a:spcBef>
              <a:spcAft>
                <a:spcPts val="0"/>
              </a:spcAft>
              <a:buClr>
                <a:srgbClr val="FF8C3C"/>
              </a:buClr>
              <a:buSzPts val="3200"/>
              <a:buChar char="•"/>
            </a:pPr>
            <a:r>
              <a:rPr b="1" lang="en-US" sz="3200">
                <a:solidFill>
                  <a:srgbClr val="FF8C3C"/>
                </a:solidFill>
                <a:latin typeface="Verdana"/>
                <a:ea typeface="Verdana"/>
                <a:cs typeface="Verdana"/>
                <a:sym typeface="Verdana"/>
              </a:rPr>
              <a:t>How to Play</a:t>
            </a:r>
            <a:r>
              <a:rPr b="1" lang="en-US" sz="3200">
                <a:solidFill>
                  <a:srgbClr val="FF8C3C"/>
                </a:solidFill>
                <a:latin typeface="Verdana"/>
                <a:ea typeface="Verdana"/>
                <a:cs typeface="Verdana"/>
                <a:sym typeface="Verdana"/>
              </a:rPr>
              <a:t>:</a:t>
            </a:r>
            <a:endParaRPr>
              <a:solidFill>
                <a:schemeClr val="dk1"/>
              </a:solidFill>
            </a:endParaRPr>
          </a:p>
        </p:txBody>
      </p:sp>
      <p:sp>
        <p:nvSpPr>
          <p:cNvPr id="122" name="Google Shape;122;g27214a7a6c6_0_1"/>
          <p:cNvSpPr txBox="1"/>
          <p:nvPr/>
        </p:nvSpPr>
        <p:spPr>
          <a:xfrm>
            <a:off x="697425" y="1573075"/>
            <a:ext cx="6896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Verdana"/>
                <a:ea typeface="Verdana"/>
                <a:cs typeface="Verdana"/>
                <a:sym typeface="Verdana"/>
              </a:rPr>
              <a:t>This game is made for 2 players . There are 3 input options for each player( Rock , Paper &amp; Scissor ). Both of the players need to give an input by putting the wire in the Vcc chamber at the same time according to their choice and the result will be shown through LED. </a:t>
            </a:r>
            <a:endParaRPr sz="1800">
              <a:solidFill>
                <a:schemeClr val="dk1"/>
              </a:solidFill>
              <a:latin typeface="Verdana"/>
              <a:ea typeface="Verdana"/>
              <a:cs typeface="Verdana"/>
              <a:sym typeface="Verdana"/>
            </a:endParaRPr>
          </a:p>
        </p:txBody>
      </p:sp>
      <p:sp>
        <p:nvSpPr>
          <p:cNvPr id="123" name="Google Shape;123;g27214a7a6c6_0_1"/>
          <p:cNvSpPr txBox="1"/>
          <p:nvPr/>
        </p:nvSpPr>
        <p:spPr>
          <a:xfrm>
            <a:off x="697425" y="3665375"/>
            <a:ext cx="6199200" cy="677100"/>
          </a:xfrm>
          <a:prstGeom prst="rect">
            <a:avLst/>
          </a:prstGeom>
          <a:noFill/>
          <a:ln>
            <a:noFill/>
          </a:ln>
        </p:spPr>
        <p:txBody>
          <a:bodyPr anchorCtr="0" anchor="t" bIns="91425" lIns="91425" spcFirstLastPara="1" rIns="91425" wrap="square" tIns="91425">
            <a:spAutoFit/>
          </a:bodyPr>
          <a:lstStyle/>
          <a:p>
            <a:pPr indent="-203200" lvl="0" marL="0" rtl="0" algn="l">
              <a:spcBef>
                <a:spcPts val="0"/>
              </a:spcBef>
              <a:spcAft>
                <a:spcPts val="0"/>
              </a:spcAft>
              <a:buClr>
                <a:srgbClr val="FF8C3C"/>
              </a:buClr>
              <a:buSzPts val="3200"/>
              <a:buChar char="•"/>
            </a:pPr>
            <a:r>
              <a:rPr b="1" lang="en-US" sz="3200">
                <a:solidFill>
                  <a:srgbClr val="FF8C3C"/>
                </a:solidFill>
                <a:latin typeface="Verdana"/>
                <a:ea typeface="Verdana"/>
                <a:cs typeface="Verdana"/>
                <a:sym typeface="Verdana"/>
              </a:rPr>
              <a:t>Output LED’s</a:t>
            </a:r>
            <a:r>
              <a:rPr b="1" lang="en-US" sz="3200">
                <a:solidFill>
                  <a:srgbClr val="FF8C3C"/>
                </a:solidFill>
                <a:latin typeface="Verdana"/>
                <a:ea typeface="Verdana"/>
                <a:cs typeface="Verdana"/>
                <a:sym typeface="Verdana"/>
              </a:rPr>
              <a:t>:</a:t>
            </a:r>
            <a:endParaRPr sz="2800">
              <a:solidFill>
                <a:schemeClr val="dk1"/>
              </a:solidFill>
              <a:latin typeface="Verdana"/>
              <a:ea typeface="Verdana"/>
              <a:cs typeface="Verdana"/>
              <a:sym typeface="Verdana"/>
            </a:endParaRPr>
          </a:p>
        </p:txBody>
      </p:sp>
      <p:sp>
        <p:nvSpPr>
          <p:cNvPr id="124" name="Google Shape;124;g27214a7a6c6_0_1"/>
          <p:cNvSpPr txBox="1"/>
          <p:nvPr/>
        </p:nvSpPr>
        <p:spPr>
          <a:xfrm>
            <a:off x="697425" y="4342475"/>
            <a:ext cx="7315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Verdana"/>
                <a:ea typeface="Verdana"/>
                <a:cs typeface="Verdana"/>
                <a:sym typeface="Verdana"/>
              </a:rPr>
              <a:t>1. 1st player wins  - Green </a:t>
            </a:r>
            <a:endParaRPr sz="1800">
              <a:solidFill>
                <a:schemeClr val="dk1"/>
              </a:solidFill>
              <a:latin typeface="Verdana"/>
              <a:ea typeface="Verdana"/>
              <a:cs typeface="Verdana"/>
              <a:sym typeface="Verdana"/>
            </a:endParaRPr>
          </a:p>
          <a:p>
            <a:pPr indent="0" lvl="0" marL="0" rtl="0" algn="l">
              <a:spcBef>
                <a:spcPts val="0"/>
              </a:spcBef>
              <a:spcAft>
                <a:spcPts val="0"/>
              </a:spcAft>
              <a:buNone/>
            </a:pPr>
            <a:r>
              <a:rPr lang="en-US" sz="1800">
                <a:solidFill>
                  <a:schemeClr val="dk1"/>
                </a:solidFill>
                <a:latin typeface="Verdana"/>
                <a:ea typeface="Verdana"/>
                <a:cs typeface="Verdana"/>
                <a:sym typeface="Verdana"/>
              </a:rPr>
              <a:t>2. 2nd player wins - Blue</a:t>
            </a:r>
            <a:endParaRPr sz="1800">
              <a:solidFill>
                <a:schemeClr val="dk1"/>
              </a:solidFill>
              <a:latin typeface="Verdana"/>
              <a:ea typeface="Verdana"/>
              <a:cs typeface="Verdana"/>
              <a:sym typeface="Verdana"/>
            </a:endParaRPr>
          </a:p>
          <a:p>
            <a:pPr indent="0" lvl="0" marL="0" rtl="0" algn="l">
              <a:spcBef>
                <a:spcPts val="0"/>
              </a:spcBef>
              <a:spcAft>
                <a:spcPts val="0"/>
              </a:spcAft>
              <a:buNone/>
            </a:pPr>
            <a:r>
              <a:rPr lang="en-US" sz="1800">
                <a:solidFill>
                  <a:schemeClr val="dk1"/>
                </a:solidFill>
                <a:latin typeface="Verdana"/>
                <a:ea typeface="Verdana"/>
                <a:cs typeface="Verdana"/>
                <a:sym typeface="Verdana"/>
              </a:rPr>
              <a:t>3. Draw                - Yellow</a:t>
            </a:r>
            <a:endParaRPr sz="1800">
              <a:solidFill>
                <a:schemeClr val="dk1"/>
              </a:solidFill>
              <a:latin typeface="Verdana"/>
              <a:ea typeface="Verdana"/>
              <a:cs typeface="Verdana"/>
              <a:sym typeface="Verdana"/>
            </a:endParaRPr>
          </a:p>
          <a:p>
            <a:pPr indent="0" lvl="0" marL="0" rtl="0" algn="l">
              <a:spcBef>
                <a:spcPts val="0"/>
              </a:spcBef>
              <a:spcAft>
                <a:spcPts val="0"/>
              </a:spcAft>
              <a:buNone/>
            </a:pPr>
            <a:r>
              <a:rPr lang="en-US" sz="1800">
                <a:solidFill>
                  <a:schemeClr val="dk1"/>
                </a:solidFill>
                <a:latin typeface="Verdana"/>
                <a:ea typeface="Verdana"/>
                <a:cs typeface="Verdana"/>
                <a:sym typeface="Verdana"/>
              </a:rPr>
              <a:t>4. Invalid              - White</a:t>
            </a:r>
            <a:endParaRPr sz="1800">
              <a:solidFill>
                <a:schemeClr val="dk1"/>
              </a:solidFill>
              <a:latin typeface="Verdana"/>
              <a:ea typeface="Verdana"/>
              <a:cs typeface="Verdana"/>
              <a:sym typeface="Verdana"/>
            </a:endParaRPr>
          </a:p>
        </p:txBody>
      </p:sp>
      <p:pic>
        <p:nvPicPr>
          <p:cNvPr id="125" name="Google Shape;125;g27214a7a6c6_0_1"/>
          <p:cNvPicPr preferRelativeResize="0"/>
          <p:nvPr/>
        </p:nvPicPr>
        <p:blipFill rotWithShape="1">
          <a:blip r:embed="rId3">
            <a:alphaModFix amt="35000"/>
          </a:blip>
          <a:srcRect b="0" l="0" r="0" t="0"/>
          <a:stretch/>
        </p:blipFill>
        <p:spPr>
          <a:xfrm>
            <a:off x="5424424" y="3606025"/>
            <a:ext cx="2733775" cy="2765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graphicFrame>
        <p:nvGraphicFramePr>
          <p:cNvPr id="130" name="Google Shape;130;p5"/>
          <p:cNvGraphicFramePr/>
          <p:nvPr/>
        </p:nvGraphicFramePr>
        <p:xfrm>
          <a:off x="685800" y="990600"/>
          <a:ext cx="3000000" cy="3000000"/>
        </p:xfrm>
        <a:graphic>
          <a:graphicData uri="http://schemas.openxmlformats.org/drawingml/2006/table">
            <a:tbl>
              <a:tblPr>
                <a:noFill/>
                <a:tableStyleId>{41B2ED19-C4A3-4E18-A94D-B4F77E68BA86}</a:tableStyleId>
              </a:tblPr>
              <a:tblGrid>
                <a:gridCol w="482125"/>
                <a:gridCol w="478075"/>
                <a:gridCol w="469125"/>
                <a:gridCol w="482925"/>
                <a:gridCol w="478875"/>
                <a:gridCol w="469125"/>
                <a:gridCol w="1025125"/>
                <a:gridCol w="482925"/>
                <a:gridCol w="478875"/>
                <a:gridCol w="469125"/>
                <a:gridCol w="482925"/>
                <a:gridCol w="478875"/>
                <a:gridCol w="469125"/>
                <a:gridCol w="1025125"/>
              </a:tblGrid>
              <a:tr h="3032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Result</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Result</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50" u="none" cap="none" strike="noStrike">
                          <a:latin typeface="Calibri"/>
                          <a:ea typeface="Calibri"/>
                          <a:cs typeface="Calibri"/>
                          <a:sym typeface="Calibri"/>
                        </a:rPr>
                        <a:t>1</a:t>
                      </a:r>
                      <a:endParaRPr b="1" sz="105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50" u="none" cap="none" strike="noStrike">
                          <a:latin typeface="Calibri"/>
                          <a:ea typeface="Calibri"/>
                          <a:cs typeface="Calibri"/>
                          <a:sym typeface="Calibri"/>
                        </a:rPr>
                        <a:t>1</a:t>
                      </a:r>
                      <a:endParaRPr b="1" sz="105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050" u="none" cap="none" strike="noStrike">
                          <a:latin typeface="Calibri"/>
                          <a:ea typeface="Calibri"/>
                          <a:cs typeface="Calibri"/>
                          <a:sym typeface="Calibri"/>
                        </a:rPr>
                        <a:t>1</a:t>
                      </a:r>
                      <a:endParaRPr b="1" sz="105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31" name="Google Shape;131;p5"/>
          <p:cNvSpPr txBox="1"/>
          <p:nvPr/>
        </p:nvSpPr>
        <p:spPr>
          <a:xfrm>
            <a:off x="685800" y="533400"/>
            <a:ext cx="7772400" cy="457200"/>
          </a:xfrm>
          <a:prstGeom prst="rect">
            <a:avLst/>
          </a:prstGeom>
          <a:noFill/>
          <a:ln>
            <a:noFill/>
          </a:ln>
        </p:spPr>
        <p:txBody>
          <a:bodyPr anchorCtr="0" anchor="t" bIns="45700" lIns="91425" spcFirstLastPara="1" rIns="91425" wrap="square" tIns="45700">
            <a:noAutofit/>
          </a:bodyPr>
          <a:lstStyle/>
          <a:p>
            <a:pPr indent="-127000" lvl="0" marL="0" marR="0" rtl="0" algn="l">
              <a:lnSpc>
                <a:spcPct val="100000"/>
              </a:lnSpc>
              <a:spcBef>
                <a:spcPts val="0"/>
              </a:spcBef>
              <a:spcAft>
                <a:spcPts val="0"/>
              </a:spcAft>
              <a:buClr>
                <a:srgbClr val="FF8C3C"/>
              </a:buClr>
              <a:buSzPts val="2000"/>
              <a:buFont typeface="Arial"/>
              <a:buChar char="•"/>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Truth table if the result is a “Draw”</a:t>
            </a:r>
            <a:endParaRPr b="1" sz="2000">
              <a:solidFill>
                <a:srgbClr val="FF8C3C"/>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txBox="1"/>
          <p:nvPr/>
        </p:nvSpPr>
        <p:spPr>
          <a:xfrm>
            <a:off x="914400" y="838200"/>
            <a:ext cx="7315200" cy="1051500"/>
          </a:xfrm>
          <a:prstGeom prst="rect">
            <a:avLst/>
          </a:prstGeom>
          <a:noFill/>
          <a:ln>
            <a:noFill/>
          </a:ln>
        </p:spPr>
        <p:txBody>
          <a:bodyPr anchorCtr="0" anchor="t" bIns="45700" lIns="91425" spcFirstLastPara="1" rIns="91425" wrap="square" tIns="45700">
            <a:noAutofit/>
          </a:bodyPr>
          <a:lstStyle/>
          <a:p>
            <a:pPr indent="-127000" lvl="0" marL="0" marR="0" rtl="0" algn="l">
              <a:lnSpc>
                <a:spcPct val="100000"/>
              </a:lnSpc>
              <a:spcBef>
                <a:spcPts val="0"/>
              </a:spcBef>
              <a:spcAft>
                <a:spcPts val="0"/>
              </a:spcAft>
              <a:buClr>
                <a:srgbClr val="FF8C3C"/>
              </a:buClr>
              <a:buSzPts val="2000"/>
              <a:buFont typeface="Arial"/>
              <a:buChar char="•"/>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K-map if the result is a “Draw”</a:t>
            </a:r>
            <a:endParaRPr b="1" sz="2000">
              <a:solidFill>
                <a:srgbClr val="FF8C3C"/>
              </a:solidFill>
              <a:latin typeface="Verdana"/>
              <a:ea typeface="Verdana"/>
              <a:cs typeface="Verdana"/>
              <a:sym typeface="Verdana"/>
            </a:endParaRPr>
          </a:p>
        </p:txBody>
      </p:sp>
      <p:graphicFrame>
        <p:nvGraphicFramePr>
          <p:cNvPr id="137" name="Google Shape;137;p6"/>
          <p:cNvGraphicFramePr/>
          <p:nvPr/>
        </p:nvGraphicFramePr>
        <p:xfrm>
          <a:off x="418425" y="1447800"/>
          <a:ext cx="3000000" cy="3000000"/>
        </p:xfrm>
        <a:graphic>
          <a:graphicData uri="http://schemas.openxmlformats.org/drawingml/2006/table">
            <a:tbl>
              <a:tblPr>
                <a:noFill/>
                <a:tableStyleId>{41B2ED19-C4A3-4E18-A94D-B4F77E68BA86}</a:tableStyleId>
              </a:tblPr>
              <a:tblGrid>
                <a:gridCol w="1464000"/>
                <a:gridCol w="776950"/>
                <a:gridCol w="846675"/>
                <a:gridCol w="846675"/>
                <a:gridCol w="846675"/>
                <a:gridCol w="846675"/>
                <a:gridCol w="846675"/>
                <a:gridCol w="846675"/>
                <a:gridCol w="986150"/>
              </a:tblGrid>
              <a:tr h="4419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R</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P</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S</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\R</a:t>
                      </a:r>
                      <a:r>
                        <a:rPr b="1" baseline="-25000" lang="en-US" sz="1800" u="none" cap="none" strike="noStrike">
                          <a:latin typeface="Calibri"/>
                          <a:ea typeface="Calibri"/>
                          <a:cs typeface="Calibri"/>
                          <a:sym typeface="Calibri"/>
                        </a:rPr>
                        <a:t>2</a:t>
                      </a:r>
                      <a:r>
                        <a:rPr b="1" lang="en-US" sz="1800" u="none" cap="none" strike="noStrike">
                          <a:latin typeface="Calibri"/>
                          <a:ea typeface="Calibri"/>
                          <a:cs typeface="Calibri"/>
                          <a:sym typeface="Calibri"/>
                        </a:rPr>
                        <a:t>P</a:t>
                      </a:r>
                      <a:r>
                        <a:rPr b="1" baseline="-25000" lang="en-US" sz="1800" u="none" cap="none" strike="noStrike">
                          <a:latin typeface="Calibri"/>
                          <a:ea typeface="Calibri"/>
                          <a:cs typeface="Calibri"/>
                          <a:sym typeface="Calibri"/>
                        </a:rPr>
                        <a:t>2</a:t>
                      </a:r>
                      <a:r>
                        <a:rPr b="1" lang="en-US" sz="1800" u="none" cap="none" strike="noStrike">
                          <a:latin typeface="Calibri"/>
                          <a:ea typeface="Calibri"/>
                          <a:cs typeface="Calibri"/>
                          <a:sym typeface="Calibri"/>
                        </a:rPr>
                        <a:t>S</a:t>
                      </a:r>
                      <a:r>
                        <a:rPr b="1" baseline="-25000" lang="en-US" sz="18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FF990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8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FF990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8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FF990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38" name="Google Shape;138;p6"/>
          <p:cNvSpPr txBox="1"/>
          <p:nvPr/>
        </p:nvSpPr>
        <p:spPr>
          <a:xfrm>
            <a:off x="685800" y="5257800"/>
            <a:ext cx="7696200" cy="10515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rgbClr val="FF8C3C"/>
                </a:solidFill>
                <a:latin typeface="Verdana"/>
                <a:ea typeface="Verdana"/>
                <a:cs typeface="Verdana"/>
                <a:sym typeface="Verdana"/>
              </a:rPr>
              <a:t>Draw</a:t>
            </a:r>
            <a:r>
              <a:rPr i="0" lang="en-US" sz="2000" u="none" cap="none" strike="noStrike">
                <a:solidFill>
                  <a:srgbClr val="FF8C3C"/>
                </a:solidFill>
                <a:latin typeface="Verdana"/>
                <a:ea typeface="Verdana"/>
                <a:cs typeface="Verdana"/>
                <a:sym typeface="Verdana"/>
              </a:rPr>
              <a:t> : </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endParaRPr sz="2000">
              <a:solidFill>
                <a:schemeClr val="dk1"/>
              </a:solidFill>
              <a:latin typeface="Verdana"/>
              <a:ea typeface="Verdana"/>
              <a:cs typeface="Verdana"/>
              <a:sym typeface="Verdana"/>
            </a:endParaRPr>
          </a:p>
          <a:p>
            <a:pPr indent="0" lvl="0" marL="0" marR="0" rtl="0" algn="ctr">
              <a:lnSpc>
                <a:spcPct val="100000"/>
              </a:lnSpc>
              <a:spcBef>
                <a:spcPts val="0"/>
              </a:spcBef>
              <a:spcAft>
                <a:spcPts val="0"/>
              </a:spcAft>
              <a:buNone/>
            </a:pPr>
            <a:r>
              <a:t/>
            </a:r>
            <a:endParaRPr i="0" sz="2000" u="none" cap="none" strike="noStrike">
              <a:solidFill>
                <a:srgbClr val="FF8C3C"/>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graphicFrame>
        <p:nvGraphicFramePr>
          <p:cNvPr id="143" name="Google Shape;143;p7"/>
          <p:cNvGraphicFramePr/>
          <p:nvPr/>
        </p:nvGraphicFramePr>
        <p:xfrm>
          <a:off x="685803" y="1143000"/>
          <a:ext cx="3000000" cy="3000000"/>
        </p:xfrm>
        <a:graphic>
          <a:graphicData uri="http://schemas.openxmlformats.org/drawingml/2006/table">
            <a:tbl>
              <a:tblPr>
                <a:noFill/>
                <a:tableStyleId>{41B2ED19-C4A3-4E18-A94D-B4F77E68BA86}</a:tableStyleId>
              </a:tblPr>
              <a:tblGrid>
                <a:gridCol w="482125"/>
                <a:gridCol w="478075"/>
                <a:gridCol w="469125"/>
                <a:gridCol w="482925"/>
                <a:gridCol w="478875"/>
                <a:gridCol w="469125"/>
                <a:gridCol w="1025125"/>
                <a:gridCol w="482925"/>
                <a:gridCol w="478875"/>
                <a:gridCol w="469125"/>
                <a:gridCol w="482925"/>
                <a:gridCol w="478875"/>
                <a:gridCol w="469125"/>
                <a:gridCol w="1025125"/>
              </a:tblGrid>
              <a:tr h="3032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Result</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Result</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44" name="Google Shape;144;p7"/>
          <p:cNvSpPr txBox="1"/>
          <p:nvPr/>
        </p:nvSpPr>
        <p:spPr>
          <a:xfrm>
            <a:off x="685800" y="533400"/>
            <a:ext cx="8077200" cy="1051560"/>
          </a:xfrm>
          <a:prstGeom prst="rect">
            <a:avLst/>
          </a:prstGeom>
          <a:noFill/>
          <a:ln>
            <a:noFill/>
          </a:ln>
        </p:spPr>
        <p:txBody>
          <a:bodyPr anchorCtr="0" anchor="t" bIns="45700" lIns="91425" spcFirstLastPara="1" rIns="91425" wrap="square" tIns="45700">
            <a:noAutofit/>
          </a:bodyPr>
          <a:lstStyle/>
          <a:p>
            <a:pPr indent="-127000" lvl="0" marL="0" marR="0" rtl="0" algn="l">
              <a:spcBef>
                <a:spcPts val="0"/>
              </a:spcBef>
              <a:spcAft>
                <a:spcPts val="0"/>
              </a:spcAft>
              <a:buClr>
                <a:srgbClr val="FF8C3C"/>
              </a:buClr>
              <a:buSzPts val="2000"/>
              <a:buFont typeface="Arial"/>
              <a:buChar char="•"/>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Truth table if 1st player gets a point.</a:t>
            </a:r>
            <a:endParaRPr b="1" sz="2000">
              <a:solidFill>
                <a:srgbClr val="FF8C3C"/>
              </a:solidFill>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nvSpPr>
        <p:spPr>
          <a:xfrm>
            <a:off x="762000" y="994525"/>
            <a:ext cx="6324600" cy="1051500"/>
          </a:xfrm>
          <a:prstGeom prst="rect">
            <a:avLst/>
          </a:prstGeom>
          <a:noFill/>
          <a:ln>
            <a:noFill/>
          </a:ln>
        </p:spPr>
        <p:txBody>
          <a:bodyPr anchorCtr="0" anchor="t" bIns="45700" lIns="91425" spcFirstLastPara="1" rIns="91425" wrap="square" tIns="45700">
            <a:noAutofit/>
          </a:bodyPr>
          <a:lstStyle/>
          <a:p>
            <a:pPr indent="-127000" lvl="0" marL="0" marR="0" rtl="0" algn="l">
              <a:lnSpc>
                <a:spcPct val="100000"/>
              </a:lnSpc>
              <a:spcBef>
                <a:spcPts val="0"/>
              </a:spcBef>
              <a:spcAft>
                <a:spcPts val="0"/>
              </a:spcAft>
              <a:buClr>
                <a:srgbClr val="FF8C3C"/>
              </a:buClr>
              <a:buSzPts val="2000"/>
              <a:buFont typeface="Arial"/>
              <a:buChar char="•"/>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K-map if 1st player gets a point.</a:t>
            </a:r>
            <a:endParaRPr b="1" sz="2000">
              <a:solidFill>
                <a:srgbClr val="FF8C3C"/>
              </a:solidFill>
              <a:latin typeface="Verdana"/>
              <a:ea typeface="Verdana"/>
              <a:cs typeface="Verdana"/>
              <a:sym typeface="Verdana"/>
            </a:endParaRPr>
          </a:p>
        </p:txBody>
      </p:sp>
      <p:graphicFrame>
        <p:nvGraphicFramePr>
          <p:cNvPr id="150" name="Google Shape;150;p8"/>
          <p:cNvGraphicFramePr/>
          <p:nvPr/>
        </p:nvGraphicFramePr>
        <p:xfrm>
          <a:off x="454663" y="1790300"/>
          <a:ext cx="3000000" cy="3000000"/>
        </p:xfrm>
        <a:graphic>
          <a:graphicData uri="http://schemas.openxmlformats.org/drawingml/2006/table">
            <a:tbl>
              <a:tblPr>
                <a:noFill/>
                <a:tableStyleId>{41B2ED19-C4A3-4E18-A94D-B4F77E68BA86}</a:tableStyleId>
              </a:tblPr>
              <a:tblGrid>
                <a:gridCol w="1503900"/>
                <a:gridCol w="829725"/>
                <a:gridCol w="829725"/>
                <a:gridCol w="829725"/>
                <a:gridCol w="829725"/>
                <a:gridCol w="829725"/>
                <a:gridCol w="829725"/>
                <a:gridCol w="829725"/>
                <a:gridCol w="922700"/>
              </a:tblGrid>
              <a:tr h="44195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R</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P</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S</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\R</a:t>
                      </a:r>
                      <a:r>
                        <a:rPr b="1" baseline="-25000" lang="en-US" sz="1800" u="none" cap="none" strike="noStrike">
                          <a:latin typeface="Calibri"/>
                          <a:ea typeface="Calibri"/>
                          <a:cs typeface="Calibri"/>
                          <a:sym typeface="Calibri"/>
                        </a:rPr>
                        <a:t>2</a:t>
                      </a:r>
                      <a:r>
                        <a:rPr b="1" lang="en-US" sz="1800" u="none" cap="none" strike="noStrike">
                          <a:latin typeface="Calibri"/>
                          <a:ea typeface="Calibri"/>
                          <a:cs typeface="Calibri"/>
                          <a:sym typeface="Calibri"/>
                        </a:rPr>
                        <a:t>P</a:t>
                      </a:r>
                      <a:r>
                        <a:rPr b="1" baseline="-25000" lang="en-US" sz="1800" u="none" cap="none" strike="noStrike">
                          <a:latin typeface="Calibri"/>
                          <a:ea typeface="Calibri"/>
                          <a:cs typeface="Calibri"/>
                          <a:sym typeface="Calibri"/>
                        </a:rPr>
                        <a:t>2</a:t>
                      </a:r>
                      <a:r>
                        <a:rPr b="1" lang="en-US" sz="1800" u="none" cap="none" strike="noStrike">
                          <a:latin typeface="Calibri"/>
                          <a:ea typeface="Calibri"/>
                          <a:cs typeface="Calibri"/>
                          <a:sym typeface="Calibri"/>
                        </a:rPr>
                        <a:t>S</a:t>
                      </a:r>
                      <a:r>
                        <a:rPr b="1" baseline="-25000" lang="en-US" sz="18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B05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B05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8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8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B05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51" name="Google Shape;151;p8"/>
          <p:cNvSpPr txBox="1"/>
          <p:nvPr/>
        </p:nvSpPr>
        <p:spPr>
          <a:xfrm>
            <a:off x="454650" y="5181600"/>
            <a:ext cx="8234700" cy="105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FF8C3C"/>
                </a:solidFill>
                <a:latin typeface="Verdana"/>
                <a:ea typeface="Verdana"/>
                <a:cs typeface="Verdana"/>
                <a:sym typeface="Verdana"/>
              </a:rPr>
              <a:t>1st player</a:t>
            </a:r>
            <a:r>
              <a:rPr i="0" lang="en-US" sz="2000" u="none" cap="none" strike="noStrike">
                <a:solidFill>
                  <a:srgbClr val="FF8C3C"/>
                </a:solidFill>
                <a:latin typeface="Verdana"/>
                <a:ea typeface="Verdana"/>
                <a:cs typeface="Verdana"/>
                <a:sym typeface="Verdana"/>
              </a:rPr>
              <a:t> : </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a:t>
            </a:r>
            <a:endParaRPr/>
          </a:p>
          <a:p>
            <a:pPr indent="0" lvl="0" marL="0" marR="0" rtl="0" algn="ctr">
              <a:lnSpc>
                <a:spcPct val="100000"/>
              </a:lnSpc>
              <a:spcBef>
                <a:spcPts val="0"/>
              </a:spcBef>
              <a:spcAft>
                <a:spcPts val="0"/>
              </a:spcAft>
              <a:buNone/>
            </a:pPr>
            <a:r>
              <a:t/>
            </a:r>
            <a:endParaRPr i="0" sz="2000" u="none" cap="none" strike="noStrike">
              <a:solidFill>
                <a:srgbClr val="FF8C3C"/>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graphicFrame>
        <p:nvGraphicFramePr>
          <p:cNvPr id="156" name="Google Shape;156;p9"/>
          <p:cNvGraphicFramePr/>
          <p:nvPr/>
        </p:nvGraphicFramePr>
        <p:xfrm>
          <a:off x="685803" y="1143000"/>
          <a:ext cx="3000000" cy="3000000"/>
        </p:xfrm>
        <a:graphic>
          <a:graphicData uri="http://schemas.openxmlformats.org/drawingml/2006/table">
            <a:tbl>
              <a:tblPr>
                <a:noFill/>
                <a:tableStyleId>{41B2ED19-C4A3-4E18-A94D-B4F77E68BA86}</a:tableStyleId>
              </a:tblPr>
              <a:tblGrid>
                <a:gridCol w="482125"/>
                <a:gridCol w="478075"/>
                <a:gridCol w="469125"/>
                <a:gridCol w="482925"/>
                <a:gridCol w="478875"/>
                <a:gridCol w="469125"/>
                <a:gridCol w="1025125"/>
                <a:gridCol w="482925"/>
                <a:gridCol w="478875"/>
                <a:gridCol w="469125"/>
                <a:gridCol w="482925"/>
                <a:gridCol w="478875"/>
                <a:gridCol w="469125"/>
                <a:gridCol w="1025125"/>
              </a:tblGrid>
              <a:tr h="3032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Result</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Result</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57" name="Google Shape;157;p9"/>
          <p:cNvSpPr txBox="1"/>
          <p:nvPr/>
        </p:nvSpPr>
        <p:spPr>
          <a:xfrm>
            <a:off x="685800" y="533400"/>
            <a:ext cx="6477000" cy="1051560"/>
          </a:xfrm>
          <a:prstGeom prst="rect">
            <a:avLst/>
          </a:prstGeom>
          <a:noFill/>
          <a:ln>
            <a:noFill/>
          </a:ln>
        </p:spPr>
        <p:txBody>
          <a:bodyPr anchorCtr="0" anchor="t" bIns="45700" lIns="91425" spcFirstLastPara="1" rIns="91425" wrap="square" tIns="45700">
            <a:noAutofit/>
          </a:bodyPr>
          <a:lstStyle/>
          <a:p>
            <a:pPr indent="-127000" lvl="0" marL="0" marR="0" rtl="0" algn="l">
              <a:spcBef>
                <a:spcPts val="0"/>
              </a:spcBef>
              <a:spcAft>
                <a:spcPts val="0"/>
              </a:spcAft>
              <a:buClr>
                <a:srgbClr val="FF8C3C"/>
              </a:buClr>
              <a:buSzPts val="2000"/>
              <a:buFont typeface="Arial"/>
              <a:buChar char="•"/>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Truth table if 2nd player gets a point.</a:t>
            </a:r>
            <a:endParaRPr b="1" sz="2000">
              <a:solidFill>
                <a:srgbClr val="FF8C3C"/>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nvSpPr>
        <p:spPr>
          <a:xfrm>
            <a:off x="762000" y="1012800"/>
            <a:ext cx="5105400" cy="1051500"/>
          </a:xfrm>
          <a:prstGeom prst="rect">
            <a:avLst/>
          </a:prstGeom>
          <a:noFill/>
          <a:ln>
            <a:noFill/>
          </a:ln>
        </p:spPr>
        <p:txBody>
          <a:bodyPr anchorCtr="0" anchor="t" bIns="45700" lIns="91425" spcFirstLastPara="1" rIns="91425" wrap="square" tIns="45700">
            <a:noAutofit/>
          </a:bodyPr>
          <a:lstStyle/>
          <a:p>
            <a:pPr indent="-127000" lvl="0" marL="0" marR="0" rtl="0" algn="l">
              <a:spcBef>
                <a:spcPts val="0"/>
              </a:spcBef>
              <a:spcAft>
                <a:spcPts val="0"/>
              </a:spcAft>
              <a:buClr>
                <a:srgbClr val="FF8C3C"/>
              </a:buClr>
              <a:buSzPts val="2000"/>
              <a:buFont typeface="Arial"/>
              <a:buChar char="•"/>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K-map if 2nd player gets a point.</a:t>
            </a:r>
            <a:endParaRPr b="1" sz="2000">
              <a:solidFill>
                <a:srgbClr val="FF8C3C"/>
              </a:solidFill>
              <a:latin typeface="Verdana"/>
              <a:ea typeface="Verdana"/>
              <a:cs typeface="Verdana"/>
              <a:sym typeface="Verdana"/>
            </a:endParaRPr>
          </a:p>
        </p:txBody>
      </p:sp>
      <p:graphicFrame>
        <p:nvGraphicFramePr>
          <p:cNvPr id="163" name="Google Shape;163;p10"/>
          <p:cNvGraphicFramePr/>
          <p:nvPr/>
        </p:nvGraphicFramePr>
        <p:xfrm>
          <a:off x="427525" y="1650575"/>
          <a:ext cx="3000000" cy="3000000"/>
        </p:xfrm>
        <a:graphic>
          <a:graphicData uri="http://schemas.openxmlformats.org/drawingml/2006/table">
            <a:tbl>
              <a:tblPr>
                <a:noFill/>
                <a:tableStyleId>{41B2ED19-C4A3-4E18-A94D-B4F77E68BA86}</a:tableStyleId>
              </a:tblPr>
              <a:tblGrid>
                <a:gridCol w="1450250"/>
                <a:gridCol w="845825"/>
                <a:gridCol w="845825"/>
                <a:gridCol w="845825"/>
                <a:gridCol w="845825"/>
                <a:gridCol w="845825"/>
                <a:gridCol w="845825"/>
                <a:gridCol w="845825"/>
                <a:gridCol w="917950"/>
              </a:tblGrid>
              <a:tr h="413775">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R</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P</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S</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\R</a:t>
                      </a:r>
                      <a:r>
                        <a:rPr b="1" baseline="-25000" lang="en-US" sz="1800" u="none" cap="none" strike="noStrike">
                          <a:latin typeface="Calibri"/>
                          <a:ea typeface="Calibri"/>
                          <a:cs typeface="Calibri"/>
                          <a:sym typeface="Calibri"/>
                        </a:rPr>
                        <a:t>2</a:t>
                      </a:r>
                      <a:r>
                        <a:rPr b="1" lang="en-US" sz="1800" u="none" cap="none" strike="noStrike">
                          <a:latin typeface="Calibri"/>
                          <a:ea typeface="Calibri"/>
                          <a:cs typeface="Calibri"/>
                          <a:sym typeface="Calibri"/>
                        </a:rPr>
                        <a:t>P</a:t>
                      </a:r>
                      <a:r>
                        <a:rPr b="1" baseline="-25000" lang="en-US" sz="1800" u="none" cap="none" strike="noStrike">
                          <a:latin typeface="Calibri"/>
                          <a:ea typeface="Calibri"/>
                          <a:cs typeface="Calibri"/>
                          <a:sym typeface="Calibri"/>
                        </a:rPr>
                        <a:t>2</a:t>
                      </a:r>
                      <a:r>
                        <a:rPr b="1" lang="en-US" sz="1800" u="none" cap="none" strike="noStrike">
                          <a:latin typeface="Calibri"/>
                          <a:ea typeface="Calibri"/>
                          <a:cs typeface="Calibri"/>
                          <a:sym typeface="Calibri"/>
                        </a:rPr>
                        <a:t>S</a:t>
                      </a:r>
                      <a:r>
                        <a:rPr b="1" baseline="-25000" lang="en-US" sz="18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70C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70C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70C0"/>
                          </a:solidFill>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0" lang="en-US" sz="2200" u="none" cap="none" strike="noStrike">
                          <a:solidFill>
                            <a:schemeClr val="dk1"/>
                          </a:solidFill>
                          <a:latin typeface="Calibri"/>
                          <a:ea typeface="Calibri"/>
                          <a:cs typeface="Calibri"/>
                          <a:sym typeface="Calibri"/>
                        </a:rPr>
                        <a:t>0</a:t>
                      </a:r>
                      <a:endParaRPr b="0"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64" name="Google Shape;164;p10"/>
          <p:cNvSpPr txBox="1"/>
          <p:nvPr/>
        </p:nvSpPr>
        <p:spPr>
          <a:xfrm>
            <a:off x="469513" y="5257800"/>
            <a:ext cx="8205000" cy="105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FF8C3C"/>
                </a:solidFill>
                <a:latin typeface="Verdana"/>
                <a:ea typeface="Verdana"/>
                <a:cs typeface="Verdana"/>
                <a:sym typeface="Verdana"/>
              </a:rPr>
              <a:t>2nd player</a:t>
            </a:r>
            <a:r>
              <a:rPr b="1" i="0" lang="en-US" sz="2000" u="none" cap="none" strike="noStrike">
                <a:solidFill>
                  <a:srgbClr val="FF8C3C"/>
                </a:solidFill>
                <a:latin typeface="Verdana"/>
                <a:ea typeface="Verdana"/>
                <a:cs typeface="Verdana"/>
                <a:sym typeface="Verdana"/>
              </a:rPr>
              <a:t> :</a:t>
            </a:r>
            <a:r>
              <a:rPr i="0" lang="en-US" sz="2000" u="none" cap="none" strike="noStrike">
                <a:solidFill>
                  <a:srgbClr val="FF8C3C"/>
                </a:solidFill>
                <a:latin typeface="Verdana"/>
                <a:ea typeface="Verdana"/>
                <a:cs typeface="Verdana"/>
                <a:sym typeface="Verdana"/>
              </a:rPr>
              <a:t> </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a:t>
            </a:r>
            <a:endParaRPr/>
          </a:p>
          <a:p>
            <a:pPr indent="0" lvl="0" marL="0" marR="0" rtl="0" algn="ctr">
              <a:lnSpc>
                <a:spcPct val="100000"/>
              </a:lnSpc>
              <a:spcBef>
                <a:spcPts val="0"/>
              </a:spcBef>
              <a:spcAft>
                <a:spcPts val="0"/>
              </a:spcAft>
              <a:buNone/>
            </a:pPr>
            <a:r>
              <a:t/>
            </a:r>
            <a:endParaRPr i="0" sz="2000" u="none" cap="none" strike="noStrike">
              <a:solidFill>
                <a:srgbClr val="FF8C3C"/>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graphicFrame>
        <p:nvGraphicFramePr>
          <p:cNvPr id="169" name="Google Shape;169;p11"/>
          <p:cNvGraphicFramePr/>
          <p:nvPr/>
        </p:nvGraphicFramePr>
        <p:xfrm>
          <a:off x="685803" y="1143000"/>
          <a:ext cx="3000000" cy="3000000"/>
        </p:xfrm>
        <a:graphic>
          <a:graphicData uri="http://schemas.openxmlformats.org/drawingml/2006/table">
            <a:tbl>
              <a:tblPr>
                <a:noFill/>
                <a:tableStyleId>{41B2ED19-C4A3-4E18-A94D-B4F77E68BA86}</a:tableStyleId>
              </a:tblPr>
              <a:tblGrid>
                <a:gridCol w="482125"/>
                <a:gridCol w="478075"/>
                <a:gridCol w="469125"/>
                <a:gridCol w="482925"/>
                <a:gridCol w="478875"/>
                <a:gridCol w="469125"/>
                <a:gridCol w="1025125"/>
                <a:gridCol w="482925"/>
                <a:gridCol w="478875"/>
                <a:gridCol w="469125"/>
                <a:gridCol w="482925"/>
                <a:gridCol w="478875"/>
                <a:gridCol w="469125"/>
                <a:gridCol w="1025125"/>
              </a:tblGrid>
              <a:tr h="3032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Result</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P</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S</a:t>
                      </a:r>
                      <a:r>
                        <a:rPr baseline="-25000" lang="en-US" sz="1000" u="none" cap="none" strike="noStrike">
                          <a:latin typeface="Calibri"/>
                          <a:ea typeface="Calibri"/>
                          <a:cs typeface="Calibri"/>
                          <a:sym typeface="Calibri"/>
                        </a:rPr>
                        <a:t>2</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Result</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3400">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0</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000" u="none" cap="none" strike="noStrike">
                          <a:latin typeface="Calibri"/>
                          <a:ea typeface="Calibri"/>
                          <a:cs typeface="Calibri"/>
                          <a:sym typeface="Calibri"/>
                        </a:rPr>
                        <a:t>1</a:t>
                      </a:r>
                      <a:endParaRPr sz="1000" u="none" cap="none" strike="noStrike">
                        <a:latin typeface="Calibri"/>
                        <a:ea typeface="Calibri"/>
                        <a:cs typeface="Calibri"/>
                        <a:sym typeface="Calibri"/>
                      </a:endParaRPr>
                    </a:p>
                  </a:txBody>
                  <a:tcPr marT="0" marB="0" marR="25975" marL="259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70" name="Google Shape;170;p11"/>
          <p:cNvSpPr txBox="1"/>
          <p:nvPr/>
        </p:nvSpPr>
        <p:spPr>
          <a:xfrm>
            <a:off x="685800" y="533400"/>
            <a:ext cx="5181600" cy="1051560"/>
          </a:xfrm>
          <a:prstGeom prst="rect">
            <a:avLst/>
          </a:prstGeom>
          <a:noFill/>
          <a:ln>
            <a:noFill/>
          </a:ln>
        </p:spPr>
        <p:txBody>
          <a:bodyPr anchorCtr="0" anchor="t" bIns="45700" lIns="91425" spcFirstLastPara="1" rIns="91425" wrap="square" tIns="45700">
            <a:noAutofit/>
          </a:bodyPr>
          <a:lstStyle/>
          <a:p>
            <a:pPr indent="-127000" lvl="0" marL="0" marR="0" rtl="0" algn="l">
              <a:spcBef>
                <a:spcPts val="0"/>
              </a:spcBef>
              <a:spcAft>
                <a:spcPts val="0"/>
              </a:spcAft>
              <a:buClr>
                <a:srgbClr val="FF8C3C"/>
              </a:buClr>
              <a:buSzPts val="2000"/>
              <a:buFont typeface="Arial"/>
              <a:buChar char="•"/>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Truth table if inputs are invalid.</a:t>
            </a:r>
            <a:endParaRPr b="1" sz="2000">
              <a:solidFill>
                <a:srgbClr val="FF8C3C"/>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nvSpPr>
        <p:spPr>
          <a:xfrm>
            <a:off x="762000" y="1024175"/>
            <a:ext cx="4800600" cy="1051500"/>
          </a:xfrm>
          <a:prstGeom prst="rect">
            <a:avLst/>
          </a:prstGeom>
          <a:noFill/>
          <a:ln>
            <a:noFill/>
          </a:ln>
        </p:spPr>
        <p:txBody>
          <a:bodyPr anchorCtr="0" anchor="t" bIns="45700" lIns="91425" spcFirstLastPara="1" rIns="91425" wrap="square" tIns="45700">
            <a:noAutofit/>
          </a:bodyPr>
          <a:lstStyle/>
          <a:p>
            <a:pPr indent="-127000" lvl="0" marL="0" marR="0" rtl="0" algn="l">
              <a:spcBef>
                <a:spcPts val="0"/>
              </a:spcBef>
              <a:spcAft>
                <a:spcPts val="0"/>
              </a:spcAft>
              <a:buClr>
                <a:srgbClr val="FF8C3C"/>
              </a:buClr>
              <a:buSzPts val="2000"/>
              <a:buFont typeface="Arial"/>
              <a:buChar char="•"/>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K-map if inputs are invalid.</a:t>
            </a:r>
            <a:endParaRPr b="1" sz="2000">
              <a:solidFill>
                <a:srgbClr val="FF8C3C"/>
              </a:solidFill>
              <a:latin typeface="Verdana"/>
              <a:ea typeface="Verdana"/>
              <a:cs typeface="Verdana"/>
              <a:sym typeface="Verdana"/>
            </a:endParaRPr>
          </a:p>
        </p:txBody>
      </p:sp>
      <p:graphicFrame>
        <p:nvGraphicFramePr>
          <p:cNvPr id="176" name="Google Shape;176;p12"/>
          <p:cNvGraphicFramePr/>
          <p:nvPr/>
        </p:nvGraphicFramePr>
        <p:xfrm>
          <a:off x="384775" y="1557575"/>
          <a:ext cx="3000000" cy="3000000"/>
        </p:xfrm>
        <a:graphic>
          <a:graphicData uri="http://schemas.openxmlformats.org/drawingml/2006/table">
            <a:tbl>
              <a:tblPr>
                <a:noFill/>
                <a:tableStyleId>{41B2ED19-C4A3-4E18-A94D-B4F77E68BA86}</a:tableStyleId>
              </a:tblPr>
              <a:tblGrid>
                <a:gridCol w="1607825"/>
                <a:gridCol w="845825"/>
                <a:gridCol w="845825"/>
                <a:gridCol w="845825"/>
                <a:gridCol w="845825"/>
                <a:gridCol w="845825"/>
                <a:gridCol w="845825"/>
                <a:gridCol w="845825"/>
                <a:gridCol w="845825"/>
              </a:tblGrid>
              <a:tr h="51815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R</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P</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S</a:t>
                      </a:r>
                      <a:r>
                        <a:rPr b="1" baseline="-25000" lang="en-US" sz="1800" u="none" cap="none" strike="noStrike">
                          <a:latin typeface="Calibri"/>
                          <a:ea typeface="Calibri"/>
                          <a:cs typeface="Calibri"/>
                          <a:sym typeface="Calibri"/>
                        </a:rPr>
                        <a:t>1</a:t>
                      </a:r>
                      <a:r>
                        <a:rPr b="1" lang="en-US" sz="1800" u="none" cap="none" strike="noStrike">
                          <a:latin typeface="Calibri"/>
                          <a:ea typeface="Calibri"/>
                          <a:cs typeface="Calibri"/>
                          <a:sym typeface="Calibri"/>
                        </a:rPr>
                        <a:t>\R</a:t>
                      </a:r>
                      <a:r>
                        <a:rPr b="1" baseline="-25000" lang="en-US" sz="1800" u="none" cap="none" strike="noStrike">
                          <a:latin typeface="Calibri"/>
                          <a:ea typeface="Calibri"/>
                          <a:cs typeface="Calibri"/>
                          <a:sym typeface="Calibri"/>
                        </a:rPr>
                        <a:t>2</a:t>
                      </a:r>
                      <a:r>
                        <a:rPr b="1" lang="en-US" sz="1800" u="none" cap="none" strike="noStrike">
                          <a:latin typeface="Calibri"/>
                          <a:ea typeface="Calibri"/>
                          <a:cs typeface="Calibri"/>
                          <a:sym typeface="Calibri"/>
                        </a:rPr>
                        <a:t>P</a:t>
                      </a:r>
                      <a:r>
                        <a:rPr b="1" baseline="-25000" lang="en-US" sz="1800" u="none" cap="none" strike="noStrike">
                          <a:latin typeface="Calibri"/>
                          <a:ea typeface="Calibri"/>
                          <a:cs typeface="Calibri"/>
                          <a:sym typeface="Calibri"/>
                        </a:rPr>
                        <a:t>2</a:t>
                      </a:r>
                      <a:r>
                        <a:rPr b="1" lang="en-US" sz="1800" u="none" cap="none" strike="noStrike">
                          <a:latin typeface="Calibri"/>
                          <a:ea typeface="Calibri"/>
                          <a:cs typeface="Calibri"/>
                          <a:sym typeface="Calibri"/>
                        </a:rPr>
                        <a:t>S</a:t>
                      </a:r>
                      <a:r>
                        <a:rPr b="1" baseline="-25000" lang="en-US" sz="18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chemeClr val="dk1"/>
                          </a:solidFill>
                          <a:latin typeface="Calibri"/>
                          <a:ea typeface="Calibri"/>
                          <a:cs typeface="Calibri"/>
                          <a:sym typeface="Calibri"/>
                        </a:rPr>
                        <a:t>0</a:t>
                      </a:r>
                      <a:endParaRPr b="1"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chemeClr val="dk1"/>
                          </a:solidFill>
                          <a:latin typeface="Calibri"/>
                          <a:ea typeface="Calibri"/>
                          <a:cs typeface="Calibri"/>
                          <a:sym typeface="Calibri"/>
                        </a:rPr>
                        <a:t>0</a:t>
                      </a:r>
                      <a:endParaRPr b="1"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70C0"/>
                          </a:solidFill>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010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70C0"/>
                          </a:solidFill>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chemeClr val="dk1"/>
                          </a:solidFill>
                          <a:latin typeface="Calibri"/>
                          <a:ea typeface="Calibri"/>
                          <a:cs typeface="Calibri"/>
                          <a:sym typeface="Calibri"/>
                        </a:rPr>
                        <a:t>0</a:t>
                      </a:r>
                      <a:endParaRPr b="1"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chemeClr val="dk1"/>
                          </a:solidFill>
                          <a:latin typeface="Calibri"/>
                          <a:ea typeface="Calibri"/>
                          <a:cs typeface="Calibri"/>
                          <a:sym typeface="Calibri"/>
                        </a:rPr>
                        <a:t>0</a:t>
                      </a:r>
                      <a:endParaRPr b="1"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111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6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8D8D8"/>
                    </a:solidFill>
                  </a:tcPr>
                </a:tc>
              </a:tr>
              <a:tr h="2794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100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chemeClr val="dk1"/>
                          </a:solidFill>
                          <a:latin typeface="Calibri"/>
                          <a:ea typeface="Calibri"/>
                          <a:cs typeface="Calibri"/>
                          <a:sym typeface="Calibri"/>
                        </a:rPr>
                        <a:t>0</a:t>
                      </a:r>
                      <a:endParaRPr b="1"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rgbClr val="0070C0"/>
                          </a:solidFill>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200" u="none" cap="none" strike="noStrike">
                          <a:solidFill>
                            <a:schemeClr val="dk1"/>
                          </a:solidFill>
                          <a:latin typeface="Calibri"/>
                          <a:ea typeface="Calibri"/>
                          <a:cs typeface="Calibri"/>
                          <a:sym typeface="Calibri"/>
                        </a:rPr>
                        <a:t>0</a:t>
                      </a:r>
                      <a:endParaRPr b="1" sz="11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77" name="Google Shape;177;p12"/>
          <p:cNvSpPr txBox="1"/>
          <p:nvPr/>
        </p:nvSpPr>
        <p:spPr>
          <a:xfrm>
            <a:off x="381000" y="5257800"/>
            <a:ext cx="8458200" cy="10515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00">
                <a:solidFill>
                  <a:srgbClr val="FF8C3C"/>
                </a:solidFill>
                <a:latin typeface="Verdana"/>
                <a:ea typeface="Verdana"/>
                <a:cs typeface="Verdana"/>
                <a:sym typeface="Verdana"/>
              </a:rPr>
              <a:t>Invalid</a:t>
            </a:r>
            <a:r>
              <a:rPr b="1" i="0" lang="en-US" sz="2000" u="none" cap="none" strike="noStrike">
                <a:solidFill>
                  <a:srgbClr val="FF8C3C"/>
                </a:solidFill>
                <a:latin typeface="Verdana"/>
                <a:ea typeface="Verdana"/>
                <a:cs typeface="Verdana"/>
                <a:sym typeface="Verdana"/>
              </a:rPr>
              <a:t> :</a:t>
            </a:r>
            <a:r>
              <a:rPr i="0" lang="en-US" sz="2000" u="none" cap="none" strike="noStrike">
                <a:solidFill>
                  <a:srgbClr val="FF8C3C"/>
                </a:solidFill>
                <a:latin typeface="Verdana"/>
                <a:ea typeface="Verdana"/>
                <a:cs typeface="Verdana"/>
                <a:sym typeface="Verdana"/>
              </a:rPr>
              <a:t> </a:t>
            </a:r>
            <a:r>
              <a:rPr lang="en-US" sz="2000">
                <a:solidFill>
                  <a:schemeClr val="dk1"/>
                </a:solidFill>
                <a:latin typeface="Verdana"/>
                <a:ea typeface="Verdana"/>
                <a:cs typeface="Verdana"/>
                <a:sym typeface="Verdana"/>
              </a:rPr>
              <a:t>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2</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 R</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‘P</a:t>
            </a:r>
            <a:r>
              <a:rPr baseline="-25000" lang="en-US" sz="2000">
                <a:solidFill>
                  <a:schemeClr val="dk1"/>
                </a:solidFill>
                <a:latin typeface="Verdana"/>
                <a:ea typeface="Verdana"/>
                <a:cs typeface="Verdana"/>
                <a:sym typeface="Verdana"/>
              </a:rPr>
              <a:t>1</a:t>
            </a:r>
            <a:r>
              <a:rPr lang="en-US" sz="2000">
                <a:solidFill>
                  <a:schemeClr val="dk1"/>
                </a:solidFill>
                <a:latin typeface="Verdana"/>
                <a:ea typeface="Verdana"/>
                <a:cs typeface="Verdana"/>
                <a:sym typeface="Verdana"/>
              </a:rPr>
              <a:t>S</a:t>
            </a:r>
            <a:r>
              <a:rPr baseline="-25000" lang="en-US" sz="2000">
                <a:solidFill>
                  <a:schemeClr val="dk1"/>
                </a:solidFill>
                <a:latin typeface="Verdana"/>
                <a:ea typeface="Verdana"/>
                <a:cs typeface="Verdana"/>
                <a:sym typeface="Verdana"/>
              </a:rPr>
              <a:t>1</a:t>
            </a:r>
            <a:endParaRPr sz="2000">
              <a:solidFill>
                <a:schemeClr val="dk1"/>
              </a:solidFill>
              <a:latin typeface="Verdana"/>
              <a:ea typeface="Verdana"/>
              <a:cs typeface="Verdana"/>
              <a:sym typeface="Verdana"/>
            </a:endParaRPr>
          </a:p>
          <a:p>
            <a:pPr indent="0" lvl="0" marL="0" marR="0" rtl="0" algn="ctr">
              <a:lnSpc>
                <a:spcPct val="100000"/>
              </a:lnSpc>
              <a:spcBef>
                <a:spcPts val="0"/>
              </a:spcBef>
              <a:spcAft>
                <a:spcPts val="0"/>
              </a:spcAft>
              <a:buNone/>
            </a:pPr>
            <a:r>
              <a:t/>
            </a:r>
            <a:endParaRPr i="0" sz="2000" u="none" cap="none" strike="noStrike">
              <a:solidFill>
                <a:srgbClr val="FF8C3C"/>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descr="Simulation.png" id="182" name="Google Shape;182;p13"/>
          <p:cNvPicPr preferRelativeResize="0"/>
          <p:nvPr/>
        </p:nvPicPr>
        <p:blipFill rotWithShape="1">
          <a:blip r:embed="rId3">
            <a:alphaModFix/>
          </a:blip>
          <a:srcRect b="8571" l="0" r="10548" t="0"/>
          <a:stretch/>
        </p:blipFill>
        <p:spPr>
          <a:xfrm>
            <a:off x="457200" y="1143000"/>
            <a:ext cx="8229600" cy="5105400"/>
          </a:xfrm>
          <a:prstGeom prst="rect">
            <a:avLst/>
          </a:prstGeom>
          <a:noFill/>
          <a:ln>
            <a:noFill/>
          </a:ln>
        </p:spPr>
      </p:pic>
      <p:sp>
        <p:nvSpPr>
          <p:cNvPr id="183" name="Google Shape;183;p13"/>
          <p:cNvSpPr txBox="1"/>
          <p:nvPr/>
        </p:nvSpPr>
        <p:spPr>
          <a:xfrm>
            <a:off x="1600200" y="381000"/>
            <a:ext cx="58674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Simulation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iNVALID.png" id="188" name="Google Shape;188;p14"/>
          <p:cNvPicPr preferRelativeResize="0"/>
          <p:nvPr/>
        </p:nvPicPr>
        <p:blipFill rotWithShape="1">
          <a:blip r:embed="rId3">
            <a:alphaModFix/>
          </a:blip>
          <a:srcRect b="0" l="9076" r="10136" t="14440"/>
          <a:stretch/>
        </p:blipFill>
        <p:spPr>
          <a:xfrm>
            <a:off x="609600" y="914400"/>
            <a:ext cx="8155286" cy="5429392"/>
          </a:xfrm>
          <a:prstGeom prst="rect">
            <a:avLst/>
          </a:prstGeom>
          <a:noFill/>
          <a:ln>
            <a:noFill/>
          </a:ln>
        </p:spPr>
      </p:pic>
      <p:sp>
        <p:nvSpPr>
          <p:cNvPr id="189" name="Google Shape;189;p14"/>
          <p:cNvSpPr txBox="1"/>
          <p:nvPr/>
        </p:nvSpPr>
        <p:spPr>
          <a:xfrm>
            <a:off x="1600200" y="381000"/>
            <a:ext cx="58674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0" lang="en-US" sz="2000" u="none" cap="none" strike="noStrike">
                <a:solidFill>
                  <a:srgbClr val="FF8C3C"/>
                </a:solidFill>
                <a:latin typeface="Verdana"/>
                <a:ea typeface="Verdana"/>
                <a:cs typeface="Verdana"/>
                <a:sym typeface="Verdana"/>
              </a:rPr>
              <a:t> </a:t>
            </a:r>
            <a:r>
              <a:rPr b="1" lang="en-US" sz="2000">
                <a:solidFill>
                  <a:srgbClr val="FF8C3C"/>
                </a:solidFill>
                <a:latin typeface="Verdana"/>
                <a:ea typeface="Verdana"/>
                <a:cs typeface="Verdana"/>
                <a:sym typeface="Verdana"/>
              </a:rPr>
              <a:t>Simulation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g27214a7a6c6_0_13"/>
          <p:cNvPicPr preferRelativeResize="0"/>
          <p:nvPr/>
        </p:nvPicPr>
        <p:blipFill>
          <a:blip r:embed="rId3">
            <a:alphaModFix/>
          </a:blip>
          <a:stretch>
            <a:fillRect/>
          </a:stretch>
        </p:blipFill>
        <p:spPr>
          <a:xfrm>
            <a:off x="358112" y="706850"/>
            <a:ext cx="8427776" cy="54443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g27214a7a6c6_0_17"/>
          <p:cNvPicPr preferRelativeResize="0"/>
          <p:nvPr/>
        </p:nvPicPr>
        <p:blipFill>
          <a:blip r:embed="rId3">
            <a:alphaModFix/>
          </a:blip>
          <a:stretch>
            <a:fillRect/>
          </a:stretch>
        </p:blipFill>
        <p:spPr>
          <a:xfrm>
            <a:off x="308675" y="600162"/>
            <a:ext cx="8526650" cy="5657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Thank you svg Vectors &amp; Illustrations for Free Download | Freepik" id="204" name="Google Shape;204;p15"/>
          <p:cNvPicPr preferRelativeResize="0"/>
          <p:nvPr/>
        </p:nvPicPr>
        <p:blipFill rotWithShape="1">
          <a:blip r:embed="rId3">
            <a:alphaModFix/>
          </a:blip>
          <a:srcRect b="0" l="0" r="0" t="0"/>
          <a:stretch/>
        </p:blipFill>
        <p:spPr>
          <a:xfrm>
            <a:off x="1590675" y="1016988"/>
            <a:ext cx="5962650" cy="4219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spect">
  <a:themeElements>
    <a:clrScheme name="Aspect">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User</dc:creator>
</cp:coreProperties>
</file>